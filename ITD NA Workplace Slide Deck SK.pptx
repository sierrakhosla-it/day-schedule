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1" r:id="rId4"/>
  </p:sldMasterIdLst>
  <p:notesMasterIdLst>
    <p:notesMasterId r:id="rId17"/>
  </p:notesMasterIdLst>
  <p:sldIdLst>
    <p:sldId id="264" r:id="rId5"/>
    <p:sldId id="281" r:id="rId6"/>
    <p:sldId id="280" r:id="rId7"/>
    <p:sldId id="2141415306" r:id="rId8"/>
    <p:sldId id="276" r:id="rId9"/>
    <p:sldId id="2141415307" r:id="rId10"/>
    <p:sldId id="277" r:id="rId11"/>
    <p:sldId id="2141415093" r:id="rId12"/>
    <p:sldId id="279" r:id="rId13"/>
    <p:sldId id="466" r:id="rId14"/>
    <p:sldId id="2141415310" r:id="rId15"/>
    <p:sldId id="27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CB4CE36-7490-3A40-4A67-2116EEEC755C}" name="sarasty guerrero, giovanna (ext)" initials="GS" userId="S::giovanna.sarasty@servexternos.repsol.com::46a68830-ab29-4e86-8cc8-7c1ee6df3fb6" providerId="AD"/>
  <p188:author id="{DF4DEF76-3478-90DE-B24E-256DFCAFD81B}" name="LOPEZ, KARIN" initials="KL" userId="S::klopezp@repsol.com::1faae1d1-bffe-4d6e-b0f0-0e9010350be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D2D2D2"/>
    <a:srgbClr val="5E7696"/>
    <a:srgbClr val="E9F0F6"/>
    <a:srgbClr val="001E37"/>
    <a:srgbClr val="5B779D"/>
    <a:srgbClr val="B8CCDB"/>
    <a:srgbClr val="00BED3"/>
    <a:srgbClr val="BF4A13"/>
    <a:srgbClr val="45D9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FD9028-31D7-4FB3-BA6E-A0B4C4373364}" v="12" dt="2026-06-05T16:15:07.5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one, Sierra" userId="d020f015-126e-4df7-bad8-54e8fbd75b0d" providerId="ADAL" clId="{A15DF641-319D-4E53-B8FF-A451A1230FED}"/>
    <pc:docChg chg="delSld delMainMaster">
      <pc:chgData name="Stone, Sierra" userId="d020f015-126e-4df7-bad8-54e8fbd75b0d" providerId="ADAL" clId="{A15DF641-319D-4E53-B8FF-A451A1230FED}" dt="2026-06-06T12:30:24.985" v="1" actId="47"/>
      <pc:docMkLst>
        <pc:docMk/>
      </pc:docMkLst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1494533106" sldId="256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1267220101" sldId="257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3631114189" sldId="258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1043736957" sldId="259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3730360222" sldId="260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3955491308" sldId="261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1031801247" sldId="262"/>
        </pc:sldMkLst>
      </pc:sldChg>
      <pc:sldChg chg="del">
        <pc:chgData name="Stone, Sierra" userId="d020f015-126e-4df7-bad8-54e8fbd75b0d" providerId="ADAL" clId="{A15DF641-319D-4E53-B8FF-A451A1230FED}" dt="2026-06-06T12:30:11.808" v="0" actId="47"/>
        <pc:sldMkLst>
          <pc:docMk/>
          <pc:sldMk cId="3277874838" sldId="263"/>
        </pc:sldMkLst>
      </pc:sldChg>
      <pc:sldChg chg="del">
        <pc:chgData name="Stone, Sierra" userId="d020f015-126e-4df7-bad8-54e8fbd75b0d" providerId="ADAL" clId="{A15DF641-319D-4E53-B8FF-A451A1230FED}" dt="2026-06-06T12:30:11.808" v="0" actId="47"/>
        <pc:sldMkLst>
          <pc:docMk/>
          <pc:sldMk cId="3513233049" sldId="265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2968719136" sldId="266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65428821" sldId="267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3950501845" sldId="268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1951982213" sldId="269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642667883" sldId="270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3197977435" sldId="271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2934834479" sldId="272"/>
        </pc:sldMkLst>
      </pc:sldChg>
      <pc:sldChg chg="del">
        <pc:chgData name="Stone, Sierra" userId="d020f015-126e-4df7-bad8-54e8fbd75b0d" providerId="ADAL" clId="{A15DF641-319D-4E53-B8FF-A451A1230FED}" dt="2026-06-06T12:30:11.808" v="0" actId="47"/>
        <pc:sldMkLst>
          <pc:docMk/>
          <pc:sldMk cId="3322193922" sldId="273"/>
        </pc:sldMkLst>
      </pc:sldChg>
      <pc:sldChg chg="del">
        <pc:chgData name="Stone, Sierra" userId="d020f015-126e-4df7-bad8-54e8fbd75b0d" providerId="ADAL" clId="{A15DF641-319D-4E53-B8FF-A451A1230FED}" dt="2026-06-06T12:30:11.808" v="0" actId="47"/>
        <pc:sldMkLst>
          <pc:docMk/>
          <pc:sldMk cId="3214488480" sldId="274"/>
        </pc:sldMkLst>
      </pc:sldChg>
      <pc:sldChg chg="del">
        <pc:chgData name="Stone, Sierra" userId="d020f015-126e-4df7-bad8-54e8fbd75b0d" providerId="ADAL" clId="{A15DF641-319D-4E53-B8FF-A451A1230FED}" dt="2026-06-06T12:30:11.808" v="0" actId="47"/>
        <pc:sldMkLst>
          <pc:docMk/>
          <pc:sldMk cId="551494509" sldId="275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3413915595" sldId="297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1443879361" sldId="298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1304074288" sldId="353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3228472898" sldId="359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1780269109" sldId="366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4266087343" sldId="367"/>
        </pc:sldMkLst>
      </pc:sldChg>
      <pc:sldChg chg="del">
        <pc:chgData name="Stone, Sierra" userId="d020f015-126e-4df7-bad8-54e8fbd75b0d" providerId="ADAL" clId="{A15DF641-319D-4E53-B8FF-A451A1230FED}" dt="2026-06-06T12:30:11.808" v="0" actId="47"/>
        <pc:sldMkLst>
          <pc:docMk/>
          <pc:sldMk cId="215403574" sldId="400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868009230" sldId="404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2729583748" sldId="405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2781320439" sldId="406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2811805362" sldId="407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3072344433" sldId="408"/>
        </pc:sldMkLst>
      </pc:sldChg>
      <pc:sldChg chg="del">
        <pc:chgData name="Stone, Sierra" userId="d020f015-126e-4df7-bad8-54e8fbd75b0d" providerId="ADAL" clId="{A15DF641-319D-4E53-B8FF-A451A1230FED}" dt="2026-06-06T12:30:11.808" v="0" actId="47"/>
        <pc:sldMkLst>
          <pc:docMk/>
          <pc:sldMk cId="1121436064" sldId="409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325410270" sldId="410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3204034763" sldId="411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3313967056" sldId="412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4287078793" sldId="413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2749817498" sldId="415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50232963" sldId="416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1641313211" sldId="417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3079683753" sldId="419"/>
        </pc:sldMkLst>
      </pc:sldChg>
      <pc:sldChg chg="del">
        <pc:chgData name="Stone, Sierra" userId="d020f015-126e-4df7-bad8-54e8fbd75b0d" providerId="ADAL" clId="{A15DF641-319D-4E53-B8FF-A451A1230FED}" dt="2026-06-06T12:30:11.808" v="0" actId="47"/>
        <pc:sldMkLst>
          <pc:docMk/>
          <pc:sldMk cId="3513703723" sldId="2147482274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1955881072" sldId="2147482791"/>
        </pc:sldMkLst>
      </pc:sldChg>
      <pc:sldChg chg="del">
        <pc:chgData name="Stone, Sierra" userId="d020f015-126e-4df7-bad8-54e8fbd75b0d" providerId="ADAL" clId="{A15DF641-319D-4E53-B8FF-A451A1230FED}" dt="2026-06-06T12:30:11.808" v="0" actId="47"/>
        <pc:sldMkLst>
          <pc:docMk/>
          <pc:sldMk cId="1932991614" sldId="2147483516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1623177584" sldId="2147483517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4241166828" sldId="2147483518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2972578631" sldId="2147483519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4021097721" sldId="2147483520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3009577658" sldId="2147483522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121457538" sldId="2147483523"/>
        </pc:sldMkLst>
      </pc:sldChg>
      <pc:sldChg chg="del">
        <pc:chgData name="Stone, Sierra" userId="d020f015-126e-4df7-bad8-54e8fbd75b0d" providerId="ADAL" clId="{A15DF641-319D-4E53-B8FF-A451A1230FED}" dt="2026-06-06T12:30:11.808" v="0" actId="47"/>
        <pc:sldMkLst>
          <pc:docMk/>
          <pc:sldMk cId="402886341" sldId="2147483526"/>
        </pc:sldMkLst>
      </pc:sldChg>
      <pc:sldChg chg="del">
        <pc:chgData name="Stone, Sierra" userId="d020f015-126e-4df7-bad8-54e8fbd75b0d" providerId="ADAL" clId="{A15DF641-319D-4E53-B8FF-A451A1230FED}" dt="2026-06-06T12:30:11.808" v="0" actId="47"/>
        <pc:sldMkLst>
          <pc:docMk/>
          <pc:sldMk cId="863498827" sldId="2147483529"/>
        </pc:sldMkLst>
      </pc:sldChg>
      <pc:sldChg chg="del">
        <pc:chgData name="Stone, Sierra" userId="d020f015-126e-4df7-bad8-54e8fbd75b0d" providerId="ADAL" clId="{A15DF641-319D-4E53-B8FF-A451A1230FED}" dt="2026-06-06T12:30:11.808" v="0" actId="47"/>
        <pc:sldMkLst>
          <pc:docMk/>
          <pc:sldMk cId="1287351750" sldId="2147483530"/>
        </pc:sldMkLst>
      </pc:sldChg>
      <pc:sldChg chg="del">
        <pc:chgData name="Stone, Sierra" userId="d020f015-126e-4df7-bad8-54e8fbd75b0d" providerId="ADAL" clId="{A15DF641-319D-4E53-B8FF-A451A1230FED}" dt="2026-06-06T12:30:11.808" v="0" actId="47"/>
        <pc:sldMkLst>
          <pc:docMk/>
          <pc:sldMk cId="4182907098" sldId="2147483532"/>
        </pc:sldMkLst>
      </pc:sldChg>
      <pc:sldChg chg="del">
        <pc:chgData name="Stone, Sierra" userId="d020f015-126e-4df7-bad8-54e8fbd75b0d" providerId="ADAL" clId="{A15DF641-319D-4E53-B8FF-A451A1230FED}" dt="2026-06-06T12:30:11.808" v="0" actId="47"/>
        <pc:sldMkLst>
          <pc:docMk/>
          <pc:sldMk cId="2485662645" sldId="2147483533"/>
        </pc:sldMkLst>
      </pc:sldChg>
      <pc:sldChg chg="del">
        <pc:chgData name="Stone, Sierra" userId="d020f015-126e-4df7-bad8-54e8fbd75b0d" providerId="ADAL" clId="{A15DF641-319D-4E53-B8FF-A451A1230FED}" dt="2026-06-06T12:30:11.808" v="0" actId="47"/>
        <pc:sldMkLst>
          <pc:docMk/>
          <pc:sldMk cId="526188030" sldId="2147483535"/>
        </pc:sldMkLst>
      </pc:sldChg>
      <pc:sldChg chg="del">
        <pc:chgData name="Stone, Sierra" userId="d020f015-126e-4df7-bad8-54e8fbd75b0d" providerId="ADAL" clId="{A15DF641-319D-4E53-B8FF-A451A1230FED}" dt="2026-06-06T12:30:11.808" v="0" actId="47"/>
        <pc:sldMkLst>
          <pc:docMk/>
          <pc:sldMk cId="2517981492" sldId="2147483537"/>
        </pc:sldMkLst>
      </pc:sldChg>
      <pc:sldChg chg="del">
        <pc:chgData name="Stone, Sierra" userId="d020f015-126e-4df7-bad8-54e8fbd75b0d" providerId="ADAL" clId="{A15DF641-319D-4E53-B8FF-A451A1230FED}" dt="2026-06-06T12:30:11.808" v="0" actId="47"/>
        <pc:sldMkLst>
          <pc:docMk/>
          <pc:sldMk cId="2096305976" sldId="2147483539"/>
        </pc:sldMkLst>
      </pc:sldChg>
      <pc:sldChg chg="del">
        <pc:chgData name="Stone, Sierra" userId="d020f015-126e-4df7-bad8-54e8fbd75b0d" providerId="ADAL" clId="{A15DF641-319D-4E53-B8FF-A451A1230FED}" dt="2026-06-06T12:30:11.808" v="0" actId="47"/>
        <pc:sldMkLst>
          <pc:docMk/>
          <pc:sldMk cId="2474840473" sldId="2147483540"/>
        </pc:sldMkLst>
      </pc:sldChg>
      <pc:sldChg chg="del">
        <pc:chgData name="Stone, Sierra" userId="d020f015-126e-4df7-bad8-54e8fbd75b0d" providerId="ADAL" clId="{A15DF641-319D-4E53-B8FF-A451A1230FED}" dt="2026-06-06T12:30:11.808" v="0" actId="47"/>
        <pc:sldMkLst>
          <pc:docMk/>
          <pc:sldMk cId="208569831" sldId="2147483541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2611352374" sldId="2147483543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3406728259" sldId="2147483544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3542101757" sldId="2147483545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579219226" sldId="2147483641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3922986782" sldId="2147483642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2642178465" sldId="2147483644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948090754" sldId="2147483645"/>
        </pc:sldMkLst>
      </pc:sldChg>
      <pc:sldChg chg="del">
        <pc:chgData name="Stone, Sierra" userId="d020f015-126e-4df7-bad8-54e8fbd75b0d" providerId="ADAL" clId="{A15DF641-319D-4E53-B8FF-A451A1230FED}" dt="2026-06-06T12:30:24.985" v="1" actId="47"/>
        <pc:sldMkLst>
          <pc:docMk/>
          <pc:sldMk cId="1215946251" sldId="2147483647"/>
        </pc:sldMkLst>
      </pc:sldChg>
      <pc:sldMasterChg chg="del delSldLayout">
        <pc:chgData name="Stone, Sierra" userId="d020f015-126e-4df7-bad8-54e8fbd75b0d" providerId="ADAL" clId="{A15DF641-319D-4E53-B8FF-A451A1230FED}" dt="2026-06-06T12:30:24.985" v="1" actId="47"/>
        <pc:sldMasterMkLst>
          <pc:docMk/>
          <pc:sldMasterMk cId="388755991" sldId="2147483672"/>
        </pc:sldMasterMkLst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1869016501" sldId="2147483673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3704246120" sldId="2147483674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42862910" sldId="2147483675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2087793221" sldId="2147483676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3603652548" sldId="2147483677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3972284875" sldId="2147483678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2777045618" sldId="2147483679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1809442268" sldId="2147483680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615357021" sldId="2147483681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635254960" sldId="2147483682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3254767580" sldId="2147483683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3970825408" sldId="2147483684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2536330454" sldId="2147483685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1239083049" sldId="2147483686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2767638799" sldId="2147483687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2792182881" sldId="2147483688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2906897387" sldId="2147483689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1177421902" sldId="2147483690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2657979016" sldId="2147483691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3908758507" sldId="2147483692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2919598108" sldId="2147483693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1701505571" sldId="2147483694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3746991739" sldId="2147483695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3144721934" sldId="2147483696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1362235280" sldId="2147483697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640527396" sldId="2147483698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388755991" sldId="2147483672"/>
            <pc:sldLayoutMk cId="2892700629" sldId="2147483699"/>
          </pc:sldLayoutMkLst>
        </pc:sldLayoutChg>
      </pc:sldMasterChg>
      <pc:sldMasterChg chg="delSldLayout">
        <pc:chgData name="Stone, Sierra" userId="d020f015-126e-4df7-bad8-54e8fbd75b0d" providerId="ADAL" clId="{A15DF641-319D-4E53-B8FF-A451A1230FED}" dt="2026-06-06T12:30:24.985" v="1" actId="47"/>
        <pc:sldMasterMkLst>
          <pc:docMk/>
          <pc:sldMasterMk cId="1708096810" sldId="2147483801"/>
        </pc:sldMasterMkLst>
        <pc:sldLayoutChg chg="del">
          <pc:chgData name="Stone, Sierra" userId="d020f015-126e-4df7-bad8-54e8fbd75b0d" providerId="ADAL" clId="{A15DF641-319D-4E53-B8FF-A451A1230FED}" dt="2026-06-06T12:30:11.808" v="0" actId="47"/>
          <pc:sldLayoutMkLst>
            <pc:docMk/>
            <pc:sldMasterMk cId="1708096810" sldId="2147483801"/>
            <pc:sldLayoutMk cId="1628238562" sldId="2147483661"/>
          </pc:sldLayoutMkLst>
        </pc:sldLayoutChg>
        <pc:sldLayoutChg chg="del">
          <pc:chgData name="Stone, Sierra" userId="d020f015-126e-4df7-bad8-54e8fbd75b0d" providerId="ADAL" clId="{A15DF641-319D-4E53-B8FF-A451A1230FED}" dt="2026-06-06T12:30:11.808" v="0" actId="47"/>
          <pc:sldLayoutMkLst>
            <pc:docMk/>
            <pc:sldMasterMk cId="1708096810" sldId="2147483801"/>
            <pc:sldLayoutMk cId="1378723512" sldId="2147483664"/>
          </pc:sldLayoutMkLst>
        </pc:sldLayoutChg>
        <pc:sldLayoutChg chg="del">
          <pc:chgData name="Stone, Sierra" userId="d020f015-126e-4df7-bad8-54e8fbd75b0d" providerId="ADAL" clId="{A15DF641-319D-4E53-B8FF-A451A1230FED}" dt="2026-06-06T12:30:11.808" v="0" actId="47"/>
          <pc:sldLayoutMkLst>
            <pc:docMk/>
            <pc:sldMasterMk cId="1708096810" sldId="2147483801"/>
            <pc:sldLayoutMk cId="2903800593" sldId="2147483665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1708096810" sldId="2147483801"/>
            <pc:sldLayoutMk cId="981266898" sldId="2147483666"/>
          </pc:sldLayoutMkLst>
        </pc:sldLayoutChg>
        <pc:sldLayoutChg chg="del">
          <pc:chgData name="Stone, Sierra" userId="d020f015-126e-4df7-bad8-54e8fbd75b0d" providerId="ADAL" clId="{A15DF641-319D-4E53-B8FF-A451A1230FED}" dt="2026-06-06T12:30:24.985" v="1" actId="47"/>
          <pc:sldLayoutMkLst>
            <pc:docMk/>
            <pc:sldMasterMk cId="1708096810" sldId="2147483801"/>
            <pc:sldLayoutMk cId="3646196738" sldId="2147483668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Mobility Lines &amp; Costs Trend – 2025 YTD (Baseline: 2024)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Lines (2025 YTD)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742</c:v>
                </c:pt>
                <c:pt idx="1">
                  <c:v>750</c:v>
                </c:pt>
                <c:pt idx="2">
                  <c:v>760</c:v>
                </c:pt>
                <c:pt idx="3">
                  <c:v>770</c:v>
                </c:pt>
                <c:pt idx="4">
                  <c:v>780</c:v>
                </c:pt>
                <c:pt idx="5">
                  <c:v>810</c:v>
                </c:pt>
                <c:pt idx="6">
                  <c:v>820</c:v>
                </c:pt>
                <c:pt idx="7">
                  <c:v>830</c:v>
                </c:pt>
                <c:pt idx="8">
                  <c:v>840</c:v>
                </c:pt>
                <c:pt idx="9">
                  <c:v>845</c:v>
                </c:pt>
                <c:pt idx="10">
                  <c:v>850</c:v>
                </c:pt>
                <c:pt idx="11">
                  <c:v>850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BF-499A-B40B-1F90FADABE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7"/>
        <c:axId val="1432409648"/>
        <c:axId val="143240724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Costs (USD)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1"/>
              <c:layout>
                <c:manualLayout>
                  <c:x val="-7.0578444537221447E-3"/>
                  <c:y val="-0.29687897214422004"/>
                </c:manualLayout>
              </c:layout>
              <c:tx>
                <c:rich>
                  <a:bodyPr/>
                  <a:lstStyle/>
                  <a:p>
                    <a:fld id="{F4DB1F82-9DE6-41DA-88CC-B5DA6333414C}" type="VALUE">
                      <a:rPr lang="en-US" sz="1400" b="1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0AE2-45AB-8731-D8BC52574903}"/>
                </c:ext>
              </c:extLst>
            </c:dLbl>
            <c:numFmt formatCode="&quot;$&quot;#,##0,&quot;K&quot;" sourceLinked="0"/>
            <c:spPr>
              <a:noFill/>
              <a:ln>
                <a:solidFill>
                  <a:srgbClr val="FF660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38000</c:v>
                </c:pt>
                <c:pt idx="1">
                  <c:v>37500</c:v>
                </c:pt>
                <c:pt idx="2">
                  <c:v>37800</c:v>
                </c:pt>
                <c:pt idx="3">
                  <c:v>38000</c:v>
                </c:pt>
                <c:pt idx="4">
                  <c:v>30000</c:v>
                </c:pt>
                <c:pt idx="5">
                  <c:v>52000</c:v>
                </c:pt>
                <c:pt idx="6">
                  <c:v>40000</c:v>
                </c:pt>
                <c:pt idx="7">
                  <c:v>37000</c:v>
                </c:pt>
                <c:pt idx="8">
                  <c:v>36000</c:v>
                </c:pt>
                <c:pt idx="9">
                  <c:v>36000</c:v>
                </c:pt>
                <c:pt idx="10">
                  <c:v>38000</c:v>
                </c:pt>
                <c:pt idx="11">
                  <c:v>39000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DBF-499A-B40B-1F90FADABE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34658608"/>
        <c:axId val="1134656688"/>
      </c:lineChart>
      <c:catAx>
        <c:axId val="143240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2407248"/>
        <c:crosses val="autoZero"/>
        <c:auto val="1"/>
        <c:lblAlgn val="ctr"/>
        <c:lblOffset val="100"/>
        <c:noMultiLvlLbl val="0"/>
      </c:catAx>
      <c:valAx>
        <c:axId val="1432407248"/>
        <c:scaling>
          <c:orientation val="minMax"/>
          <c:max val="860"/>
          <c:min val="720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2409648"/>
        <c:crosses val="autoZero"/>
        <c:crossBetween val="between"/>
      </c:valAx>
      <c:valAx>
        <c:axId val="1134656688"/>
        <c:scaling>
          <c:orientation val="minMax"/>
        </c:scaling>
        <c:delete val="0"/>
        <c:axPos val="r"/>
        <c:numFmt formatCode="&quot;$&quot;#,##0,&quot;K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4658608"/>
        <c:crosses val="max"/>
        <c:crossBetween val="between"/>
      </c:valAx>
      <c:catAx>
        <c:axId val="11346586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3465668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6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dk1">
            <a:lumMod val="75000"/>
            <a:lumOff val="2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B0B945-3878-4D35-A1B5-FB81DC7DE8DD}" type="doc">
      <dgm:prSet loTypeId="urn:microsoft.com/office/officeart/2008/layout/NameandTitleOrganizationalChart" loCatId="hierarchy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E51F784-4A18-4BB0-BCCF-298AD85C06E3}">
      <dgm:prSet phldrT="[Text]" phldr="0"/>
      <dgm:spPr/>
      <dgm:t>
        <a:bodyPr/>
        <a:lstStyle/>
        <a:p>
          <a:r>
            <a:rPr lang="en-US"/>
            <a:t>Enrique Resina</a:t>
          </a:r>
        </a:p>
      </dgm:t>
    </dgm:pt>
    <dgm:pt modelId="{323DE891-8387-4252-92B1-8624E79222FF}" type="parTrans" cxnId="{43497914-98FE-4D7C-A30E-269E4088A021}">
      <dgm:prSet/>
      <dgm:spPr/>
      <dgm:t>
        <a:bodyPr/>
        <a:lstStyle/>
        <a:p>
          <a:endParaRPr lang="en-US"/>
        </a:p>
      </dgm:t>
    </dgm:pt>
    <dgm:pt modelId="{28907A2D-0C74-4985-BDE2-85A36AFD9A7D}" type="sibTrans" cxnId="{43497914-98FE-4D7C-A30E-269E4088A021}">
      <dgm:prSet/>
      <dgm:spPr/>
      <dgm:t>
        <a:bodyPr/>
        <a:lstStyle/>
        <a:p>
          <a:endParaRPr lang="en-US"/>
        </a:p>
      </dgm:t>
    </dgm:pt>
    <dgm:pt modelId="{CD553917-2A7B-42C2-A2D5-8A96E3095D18}">
      <dgm:prSet phldrT="[Text]" phldr="0"/>
      <dgm:spPr/>
      <dgm:t>
        <a:bodyPr/>
        <a:lstStyle/>
        <a:p>
          <a:r>
            <a:rPr lang="en-US"/>
            <a:t>Cyber / LISO</a:t>
          </a:r>
        </a:p>
      </dgm:t>
    </dgm:pt>
    <dgm:pt modelId="{054BDF87-9DB3-46E6-90ED-EAF5D8C4D563}" type="parTrans" cxnId="{479C036A-C7BF-4C65-A82F-4CB80D88F3F7}">
      <dgm:prSet/>
      <dgm:spPr/>
      <dgm:t>
        <a:bodyPr/>
        <a:lstStyle/>
        <a:p>
          <a:endParaRPr lang="en-US"/>
        </a:p>
      </dgm:t>
    </dgm:pt>
    <dgm:pt modelId="{4E1D0507-4295-4AB9-81FC-23FA3B74328A}" type="sibTrans" cxnId="{479C036A-C7BF-4C65-A82F-4CB80D88F3F7}">
      <dgm:prSet/>
      <dgm:spPr/>
      <dgm:t>
        <a:bodyPr/>
        <a:lstStyle/>
        <a:p>
          <a:endParaRPr lang="en-US"/>
        </a:p>
      </dgm:t>
    </dgm:pt>
    <dgm:pt modelId="{5B764FDB-1696-44CF-BF66-D763507A4225}">
      <dgm:prSet phldrT="[Text]" phldr="0"/>
      <dgm:spPr/>
      <dgm:t>
        <a:bodyPr/>
        <a:lstStyle/>
        <a:p>
          <a:r>
            <a:rPr lang="en-US"/>
            <a:t>Reinaldo Figueroa</a:t>
          </a:r>
        </a:p>
      </dgm:t>
    </dgm:pt>
    <dgm:pt modelId="{1A9191C4-CA6D-4FD3-8099-01C14478B6B1}" type="parTrans" cxnId="{30931298-4BC8-4BC2-83B1-2EB26F7ABF93}">
      <dgm:prSet/>
      <dgm:spPr/>
      <dgm:t>
        <a:bodyPr/>
        <a:lstStyle/>
        <a:p>
          <a:endParaRPr lang="en-US"/>
        </a:p>
      </dgm:t>
    </dgm:pt>
    <dgm:pt modelId="{2FFC0AAE-68D9-4DEA-B96C-EFC0333B4840}" type="sibTrans" cxnId="{30931298-4BC8-4BC2-83B1-2EB26F7ABF93}">
      <dgm:prSet/>
      <dgm:spPr/>
      <dgm:t>
        <a:bodyPr/>
        <a:lstStyle/>
        <a:p>
          <a:endParaRPr lang="en-US"/>
        </a:p>
      </dgm:t>
    </dgm:pt>
    <dgm:pt modelId="{972EF62F-176D-402F-817D-241CBCBAF09A}">
      <dgm:prSet phldrT="[Text]" phldr="0"/>
      <dgm:spPr/>
      <dgm:t>
        <a:bodyPr/>
        <a:lstStyle/>
        <a:p>
          <a:r>
            <a:rPr lang="en-US"/>
            <a:t>Infrastructure Services</a:t>
          </a:r>
        </a:p>
      </dgm:t>
    </dgm:pt>
    <dgm:pt modelId="{67A1EDD0-3F40-4DBF-9016-4916E98BADDE}" type="parTrans" cxnId="{D20BA8E1-12CF-4463-AA89-F6FD675A385A}">
      <dgm:prSet/>
      <dgm:spPr/>
      <dgm:t>
        <a:bodyPr/>
        <a:lstStyle/>
        <a:p>
          <a:endParaRPr lang="en-US"/>
        </a:p>
      </dgm:t>
    </dgm:pt>
    <dgm:pt modelId="{B2DB4417-1635-49E8-A583-7AD8D3148FF8}" type="sibTrans" cxnId="{D20BA8E1-12CF-4463-AA89-F6FD675A385A}">
      <dgm:prSet/>
      <dgm:spPr/>
      <dgm:t>
        <a:bodyPr/>
        <a:lstStyle/>
        <a:p>
          <a:endParaRPr lang="en-US"/>
        </a:p>
      </dgm:t>
    </dgm:pt>
    <dgm:pt modelId="{A1F028E2-B4F4-485C-ADA4-43F1EB12C3E7}">
      <dgm:prSet phldrT="[Text]" phldr="0"/>
      <dgm:spPr/>
      <dgm:t>
        <a:bodyPr/>
        <a:lstStyle/>
        <a:p>
          <a:r>
            <a:rPr lang="en-US"/>
            <a:t>Reinaldo Figueroa</a:t>
          </a:r>
        </a:p>
      </dgm:t>
    </dgm:pt>
    <dgm:pt modelId="{78B1A5E4-013C-42FD-8C1E-EF50DC13947F}" type="parTrans" cxnId="{9C8C4B09-1C3D-4138-8623-49DC6CF1F865}">
      <dgm:prSet/>
      <dgm:spPr/>
      <dgm:t>
        <a:bodyPr/>
        <a:lstStyle/>
        <a:p>
          <a:endParaRPr lang="en-US"/>
        </a:p>
      </dgm:t>
    </dgm:pt>
    <dgm:pt modelId="{05F3482D-C056-4694-A84F-928086010EC8}" type="sibTrans" cxnId="{9C8C4B09-1C3D-4138-8623-49DC6CF1F865}">
      <dgm:prSet/>
      <dgm:spPr/>
      <dgm:t>
        <a:bodyPr/>
        <a:lstStyle/>
        <a:p>
          <a:endParaRPr lang="en-US"/>
        </a:p>
      </dgm:t>
    </dgm:pt>
    <dgm:pt modelId="{5D31450D-29A4-4592-9EFA-D566162B6DAC}">
      <dgm:prSet phldrT="[Text]" phldr="0"/>
      <dgm:spPr/>
      <dgm:t>
        <a:bodyPr/>
        <a:lstStyle/>
        <a:p>
          <a:r>
            <a:rPr lang="en-US" err="1"/>
            <a:t>Wahib</a:t>
          </a:r>
          <a:r>
            <a:rPr lang="en-US"/>
            <a:t> </a:t>
          </a:r>
          <a:r>
            <a:rPr lang="en-US" err="1"/>
            <a:t>Bohsain</a:t>
          </a:r>
          <a:endParaRPr lang="en-US"/>
        </a:p>
      </dgm:t>
    </dgm:pt>
    <dgm:pt modelId="{92F2A0A8-5D97-4A35-8B5B-CBC0FE42C2BE}" type="parTrans" cxnId="{049B12A0-4396-481B-9D37-B9C31361A6D2}">
      <dgm:prSet/>
      <dgm:spPr/>
      <dgm:t>
        <a:bodyPr/>
        <a:lstStyle/>
        <a:p>
          <a:endParaRPr lang="en-US"/>
        </a:p>
      </dgm:t>
    </dgm:pt>
    <dgm:pt modelId="{6DF69C30-C99E-40CB-B45A-2C63AE27DB3B}" type="sibTrans" cxnId="{049B12A0-4396-481B-9D37-B9C31361A6D2}">
      <dgm:prSet/>
      <dgm:spPr/>
      <dgm:t>
        <a:bodyPr/>
        <a:lstStyle/>
        <a:p>
          <a:endParaRPr lang="en-US"/>
        </a:p>
      </dgm:t>
    </dgm:pt>
    <dgm:pt modelId="{2A4B3CC5-8EB7-4B1F-8699-8BBAA4FB4C80}">
      <dgm:prSet phldrT="[Text]" phldr="0"/>
      <dgm:spPr/>
      <dgm:t>
        <a:bodyPr/>
        <a:lstStyle/>
        <a:p>
          <a:r>
            <a:rPr lang="en-US"/>
            <a:t>End User Services</a:t>
          </a:r>
        </a:p>
      </dgm:t>
    </dgm:pt>
    <dgm:pt modelId="{16128ACC-76AF-4E53-9095-1C3FDC93BC0B}" type="parTrans" cxnId="{D8941278-B91A-42B1-9BFF-8BD68953221C}">
      <dgm:prSet/>
      <dgm:spPr/>
      <dgm:t>
        <a:bodyPr/>
        <a:lstStyle/>
        <a:p>
          <a:endParaRPr lang="en-US"/>
        </a:p>
      </dgm:t>
    </dgm:pt>
    <dgm:pt modelId="{B038A7DE-8BF9-4E8F-B397-CD47CA3715E9}" type="sibTrans" cxnId="{D8941278-B91A-42B1-9BFF-8BD68953221C}">
      <dgm:prSet/>
      <dgm:spPr/>
      <dgm:t>
        <a:bodyPr/>
        <a:lstStyle/>
        <a:p>
          <a:endParaRPr lang="en-US"/>
        </a:p>
      </dgm:t>
    </dgm:pt>
    <dgm:pt modelId="{B6D790F7-AE2F-436D-BFF2-05C50E026A2D}">
      <dgm:prSet phldrT="[Text]" phldr="0"/>
      <dgm:spPr/>
      <dgm:t>
        <a:bodyPr/>
        <a:lstStyle/>
        <a:p>
          <a:r>
            <a:rPr lang="en-US"/>
            <a:t>Juan Diaz</a:t>
          </a:r>
        </a:p>
      </dgm:t>
    </dgm:pt>
    <dgm:pt modelId="{986ADD6E-CA7F-47E2-953D-8F9055DC0E0D}" type="parTrans" cxnId="{E2A367E3-2C70-40E2-96AE-B16ADA8F0F25}">
      <dgm:prSet/>
      <dgm:spPr/>
      <dgm:t>
        <a:bodyPr/>
        <a:lstStyle/>
        <a:p>
          <a:endParaRPr lang="en-US"/>
        </a:p>
      </dgm:t>
    </dgm:pt>
    <dgm:pt modelId="{28AA4D29-E16D-41A9-8EA4-685A3FB34186}" type="sibTrans" cxnId="{E2A367E3-2C70-40E2-96AE-B16ADA8F0F25}">
      <dgm:prSet/>
      <dgm:spPr/>
      <dgm:t>
        <a:bodyPr/>
        <a:lstStyle/>
        <a:p>
          <a:endParaRPr lang="en-US"/>
        </a:p>
      </dgm:t>
    </dgm:pt>
    <dgm:pt modelId="{A7F233BD-E8B2-40BC-98C7-DF90C756F407}">
      <dgm:prSet phldrT="[Text]" phldr="0"/>
      <dgm:spPr/>
      <dgm:t>
        <a:bodyPr/>
        <a:lstStyle/>
        <a:p>
          <a:r>
            <a:rPr lang="en-US"/>
            <a:t>Sierra Khosla</a:t>
          </a:r>
        </a:p>
      </dgm:t>
    </dgm:pt>
    <dgm:pt modelId="{474F09D3-46C3-4746-A022-EB024DEB2DA4}" type="parTrans" cxnId="{692D30A8-A536-4CF8-B28F-31DB449E1571}">
      <dgm:prSet/>
      <dgm:spPr/>
      <dgm:t>
        <a:bodyPr/>
        <a:lstStyle/>
        <a:p>
          <a:endParaRPr lang="en-US"/>
        </a:p>
      </dgm:t>
    </dgm:pt>
    <dgm:pt modelId="{FC44B1F5-6DD7-4A6D-B8DE-555EE6CAE42B}" type="sibTrans" cxnId="{692D30A8-A536-4CF8-B28F-31DB449E1571}">
      <dgm:prSet/>
      <dgm:spPr/>
      <dgm:t>
        <a:bodyPr/>
        <a:lstStyle/>
        <a:p>
          <a:endParaRPr lang="en-US"/>
        </a:p>
      </dgm:t>
    </dgm:pt>
    <dgm:pt modelId="{203596EA-D1C2-4A47-AAE1-1528F0FB421C}">
      <dgm:prSet phldrT="[Text]" phldr="0"/>
      <dgm:spPr/>
      <dgm:t>
        <a:bodyPr/>
        <a:lstStyle/>
        <a:p>
          <a:r>
            <a:rPr lang="en-US"/>
            <a:t>Henry Mclauglin (LCG)</a:t>
          </a:r>
        </a:p>
      </dgm:t>
    </dgm:pt>
    <dgm:pt modelId="{300B94EA-657F-42BB-84E4-9AB025F54BD8}" type="parTrans" cxnId="{2F553672-8A29-4333-8131-75BE6838DDCB}">
      <dgm:prSet/>
      <dgm:spPr/>
      <dgm:t>
        <a:bodyPr/>
        <a:lstStyle/>
        <a:p>
          <a:endParaRPr lang="en-US"/>
        </a:p>
      </dgm:t>
    </dgm:pt>
    <dgm:pt modelId="{E2401042-0E6A-45A3-9C7B-456E14920880}" type="sibTrans" cxnId="{2F553672-8A29-4333-8131-75BE6838DDCB}">
      <dgm:prSet/>
      <dgm:spPr/>
      <dgm:t>
        <a:bodyPr/>
        <a:lstStyle/>
        <a:p>
          <a:endParaRPr lang="en-US"/>
        </a:p>
      </dgm:t>
    </dgm:pt>
    <dgm:pt modelId="{ADA550F7-533B-4A99-8574-161910E155CA}">
      <dgm:prSet phldrT="[Text]" phldr="0"/>
      <dgm:spPr/>
      <dgm:t>
        <a:bodyPr/>
        <a:lstStyle/>
        <a:p>
          <a:r>
            <a:rPr lang="en-US"/>
            <a:t>Chris White (MBU)</a:t>
          </a:r>
        </a:p>
      </dgm:t>
    </dgm:pt>
    <dgm:pt modelId="{F875A758-D46C-495B-A14B-1E158B515D9B}" type="parTrans" cxnId="{D8F21DC2-DB03-40D3-9B0C-8CB88FFF6F8F}">
      <dgm:prSet/>
      <dgm:spPr/>
      <dgm:t>
        <a:bodyPr/>
        <a:lstStyle/>
        <a:p>
          <a:endParaRPr lang="en-US"/>
        </a:p>
      </dgm:t>
    </dgm:pt>
    <dgm:pt modelId="{77961548-8482-48F3-9334-C286831D214B}" type="sibTrans" cxnId="{D8F21DC2-DB03-40D3-9B0C-8CB88FFF6F8F}">
      <dgm:prSet/>
      <dgm:spPr/>
      <dgm:t>
        <a:bodyPr/>
        <a:lstStyle/>
        <a:p>
          <a:endParaRPr lang="en-US"/>
        </a:p>
      </dgm:t>
    </dgm:pt>
    <dgm:pt modelId="{43A41A6F-F730-4114-A297-8C2DE31D64B8}">
      <dgm:prSet phldrT="[Text]" phldr="0"/>
      <dgm:spPr/>
      <dgm:t>
        <a:bodyPr/>
        <a:lstStyle/>
        <a:p>
          <a:r>
            <a:rPr lang="en-US"/>
            <a:t>Travis McGee (EFBU)</a:t>
          </a:r>
        </a:p>
      </dgm:t>
    </dgm:pt>
    <dgm:pt modelId="{E09FAEB7-F737-4D4D-BDDA-C5086A764B74}" type="parTrans" cxnId="{2907ED92-0E45-45A3-AD9D-D40DBAB299F4}">
      <dgm:prSet/>
      <dgm:spPr/>
      <dgm:t>
        <a:bodyPr/>
        <a:lstStyle/>
        <a:p>
          <a:endParaRPr lang="en-US"/>
        </a:p>
      </dgm:t>
    </dgm:pt>
    <dgm:pt modelId="{BFA1C806-DA94-4186-8C2F-029F0F5275D1}" type="sibTrans" cxnId="{2907ED92-0E45-45A3-AD9D-D40DBAB299F4}">
      <dgm:prSet/>
      <dgm:spPr/>
      <dgm:t>
        <a:bodyPr/>
        <a:lstStyle/>
        <a:p>
          <a:endParaRPr lang="en-US"/>
        </a:p>
      </dgm:t>
    </dgm:pt>
    <dgm:pt modelId="{A145B5F1-B27B-4F9C-ADAA-21A63E61AC22}">
      <dgm:prSet phldrT="[Text]" phldr="0"/>
      <dgm:spPr/>
      <dgm:t>
        <a:bodyPr/>
        <a:lstStyle/>
        <a:p>
          <a:r>
            <a:rPr lang="en-US"/>
            <a:t>Miguel Ramirez</a:t>
          </a:r>
        </a:p>
      </dgm:t>
    </dgm:pt>
    <dgm:pt modelId="{BAD1DDE1-39A6-4278-8223-5CB3E5380867}" type="parTrans" cxnId="{A35550B6-F3F3-4FCD-8847-2FFE5E95553B}">
      <dgm:prSet/>
      <dgm:spPr/>
      <dgm:t>
        <a:bodyPr/>
        <a:lstStyle/>
        <a:p>
          <a:endParaRPr lang="en-US"/>
        </a:p>
      </dgm:t>
    </dgm:pt>
    <dgm:pt modelId="{5946AE84-8896-4D55-81BE-F67EDC96DECA}" type="sibTrans" cxnId="{A35550B6-F3F3-4FCD-8847-2FFE5E95553B}">
      <dgm:prSet/>
      <dgm:spPr/>
      <dgm:t>
        <a:bodyPr/>
        <a:lstStyle/>
        <a:p>
          <a:endParaRPr lang="en-US"/>
        </a:p>
      </dgm:t>
    </dgm:pt>
    <dgm:pt modelId="{EF826A1C-2350-461D-9344-A72BDD08CF17}">
      <dgm:prSet phldrT="[Text]" phldr="0"/>
      <dgm:spPr/>
      <dgm:t>
        <a:bodyPr/>
        <a:lstStyle/>
        <a:p>
          <a:r>
            <a:rPr lang="en-US"/>
            <a:t>Roberto Zepeda</a:t>
          </a:r>
        </a:p>
      </dgm:t>
    </dgm:pt>
    <dgm:pt modelId="{0F1632CB-0872-4ABE-AEDE-5603E6F67F1E}" type="parTrans" cxnId="{E593FF31-2963-4869-808A-99E541E3F5BA}">
      <dgm:prSet/>
      <dgm:spPr/>
      <dgm:t>
        <a:bodyPr/>
        <a:lstStyle/>
        <a:p>
          <a:endParaRPr lang="en-US"/>
        </a:p>
      </dgm:t>
    </dgm:pt>
    <dgm:pt modelId="{22FD4C23-4F0D-4BA2-82D0-B71AA270CF9A}" type="sibTrans" cxnId="{E593FF31-2963-4869-808A-99E541E3F5BA}">
      <dgm:prSet/>
      <dgm:spPr/>
      <dgm:t>
        <a:bodyPr/>
        <a:lstStyle/>
        <a:p>
          <a:endParaRPr lang="en-US"/>
        </a:p>
      </dgm:t>
    </dgm:pt>
    <dgm:pt modelId="{99BB3020-9D8B-4779-8147-81E443F9F3F4}">
      <dgm:prSet phldrT="[Text]" phldr="0"/>
      <dgm:spPr/>
      <dgm:t>
        <a:bodyPr/>
        <a:lstStyle/>
        <a:p>
          <a:r>
            <a:rPr lang="en-US"/>
            <a:t>Anthony Agostini</a:t>
          </a:r>
        </a:p>
      </dgm:t>
    </dgm:pt>
    <dgm:pt modelId="{D4751DF4-91F1-4769-8363-C4E8DFB38362}" type="parTrans" cxnId="{9BA7C980-04A0-4D7C-9FA6-52FED52FB832}">
      <dgm:prSet/>
      <dgm:spPr/>
      <dgm:t>
        <a:bodyPr/>
        <a:lstStyle/>
        <a:p>
          <a:endParaRPr lang="en-US"/>
        </a:p>
      </dgm:t>
    </dgm:pt>
    <dgm:pt modelId="{75C0A769-D1CA-4AAB-8364-5BA41404BB39}" type="sibTrans" cxnId="{9BA7C980-04A0-4D7C-9FA6-52FED52FB832}">
      <dgm:prSet/>
      <dgm:spPr/>
      <dgm:t>
        <a:bodyPr/>
        <a:lstStyle/>
        <a:p>
          <a:endParaRPr lang="en-US"/>
        </a:p>
      </dgm:t>
    </dgm:pt>
    <dgm:pt modelId="{9AF34D08-1529-42FF-B378-C53B4871BE6B}" type="pres">
      <dgm:prSet presAssocID="{1EB0B945-3878-4D35-A1B5-FB81DC7DE8D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101D46A-2F09-46A0-9A58-2BC7A41A0D2B}" type="pres">
      <dgm:prSet presAssocID="{9E51F784-4A18-4BB0-BCCF-298AD85C06E3}" presName="hierRoot1" presStyleCnt="0">
        <dgm:presLayoutVars>
          <dgm:hierBranch val="init"/>
        </dgm:presLayoutVars>
      </dgm:prSet>
      <dgm:spPr/>
    </dgm:pt>
    <dgm:pt modelId="{AD2E86A1-CC47-4DF6-BCB1-6B9D998AC495}" type="pres">
      <dgm:prSet presAssocID="{9E51F784-4A18-4BB0-BCCF-298AD85C06E3}" presName="rootComposite1" presStyleCnt="0"/>
      <dgm:spPr/>
    </dgm:pt>
    <dgm:pt modelId="{F72F28C2-4761-4EFA-A978-3D990E1BFEFA}" type="pres">
      <dgm:prSet presAssocID="{9E51F784-4A18-4BB0-BCCF-298AD85C06E3}" presName="rootText1" presStyleLbl="node0" presStyleIdx="0" presStyleCnt="1">
        <dgm:presLayoutVars>
          <dgm:chMax/>
          <dgm:chPref val="3"/>
        </dgm:presLayoutVars>
      </dgm:prSet>
      <dgm:spPr/>
    </dgm:pt>
    <dgm:pt modelId="{ADE343CF-3629-422A-BCF5-F85FCE649D0F}" type="pres">
      <dgm:prSet presAssocID="{9E51F784-4A18-4BB0-BCCF-298AD85C06E3}" presName="titleText1" presStyleLbl="fgAcc0" presStyleIdx="0" presStyleCnt="1">
        <dgm:presLayoutVars>
          <dgm:chMax val="0"/>
          <dgm:chPref val="0"/>
        </dgm:presLayoutVars>
      </dgm:prSet>
      <dgm:spPr/>
    </dgm:pt>
    <dgm:pt modelId="{EA236794-56F7-4C39-948B-F6A222905C2F}" type="pres">
      <dgm:prSet presAssocID="{9E51F784-4A18-4BB0-BCCF-298AD85C06E3}" presName="rootConnector1" presStyleLbl="node1" presStyleIdx="0" presStyleCnt="14"/>
      <dgm:spPr/>
    </dgm:pt>
    <dgm:pt modelId="{36992618-03D3-4D30-8A7F-90C3F957B24D}" type="pres">
      <dgm:prSet presAssocID="{9E51F784-4A18-4BB0-BCCF-298AD85C06E3}" presName="hierChild2" presStyleCnt="0"/>
      <dgm:spPr/>
    </dgm:pt>
    <dgm:pt modelId="{78A93223-E19D-4E75-9A2A-387CBAF9D448}" type="pres">
      <dgm:prSet presAssocID="{054BDF87-9DB3-46E6-90ED-EAF5D8C4D563}" presName="Name37" presStyleLbl="parChTrans1D2" presStyleIdx="0" presStyleCnt="3"/>
      <dgm:spPr/>
    </dgm:pt>
    <dgm:pt modelId="{E2F006E5-8C7C-4878-A547-99E753E3429F}" type="pres">
      <dgm:prSet presAssocID="{CD553917-2A7B-42C2-A2D5-8A96E3095D18}" presName="hierRoot2" presStyleCnt="0">
        <dgm:presLayoutVars>
          <dgm:hierBranch val="init"/>
        </dgm:presLayoutVars>
      </dgm:prSet>
      <dgm:spPr/>
    </dgm:pt>
    <dgm:pt modelId="{EF83D704-41F8-48A5-90CD-AA0CFA059B21}" type="pres">
      <dgm:prSet presAssocID="{CD553917-2A7B-42C2-A2D5-8A96E3095D18}" presName="rootComposite" presStyleCnt="0"/>
      <dgm:spPr/>
    </dgm:pt>
    <dgm:pt modelId="{35CC6754-86EF-4CE2-B812-A0FB50D8FF84}" type="pres">
      <dgm:prSet presAssocID="{CD553917-2A7B-42C2-A2D5-8A96E3095D18}" presName="rootText" presStyleLbl="node1" presStyleIdx="0" presStyleCnt="14">
        <dgm:presLayoutVars>
          <dgm:chMax/>
          <dgm:chPref val="3"/>
        </dgm:presLayoutVars>
      </dgm:prSet>
      <dgm:spPr/>
    </dgm:pt>
    <dgm:pt modelId="{C4CB5373-7065-4434-98E3-297C19D243AA}" type="pres">
      <dgm:prSet presAssocID="{CD553917-2A7B-42C2-A2D5-8A96E3095D18}" presName="titleText2" presStyleLbl="fgAcc1" presStyleIdx="0" presStyleCnt="14">
        <dgm:presLayoutVars>
          <dgm:chMax val="0"/>
          <dgm:chPref val="0"/>
        </dgm:presLayoutVars>
      </dgm:prSet>
      <dgm:spPr/>
    </dgm:pt>
    <dgm:pt modelId="{E2745E7C-9325-4E3D-B809-9AF78585ECFC}" type="pres">
      <dgm:prSet presAssocID="{CD553917-2A7B-42C2-A2D5-8A96E3095D18}" presName="rootConnector" presStyleLbl="node2" presStyleIdx="0" presStyleCnt="0"/>
      <dgm:spPr/>
    </dgm:pt>
    <dgm:pt modelId="{7B07CDB7-64FD-4D1A-95A8-805AD1CCD5B1}" type="pres">
      <dgm:prSet presAssocID="{CD553917-2A7B-42C2-A2D5-8A96E3095D18}" presName="hierChild4" presStyleCnt="0"/>
      <dgm:spPr/>
    </dgm:pt>
    <dgm:pt modelId="{CCC207D6-EFE0-4FA7-90DA-FDA721154564}" type="pres">
      <dgm:prSet presAssocID="{1A9191C4-CA6D-4FD3-8099-01C14478B6B1}" presName="Name37" presStyleLbl="parChTrans1D3" presStyleIdx="0" presStyleCnt="11"/>
      <dgm:spPr/>
    </dgm:pt>
    <dgm:pt modelId="{17D43BA0-8E9D-4D4C-B107-9E2D37B40074}" type="pres">
      <dgm:prSet presAssocID="{5B764FDB-1696-44CF-BF66-D763507A4225}" presName="hierRoot2" presStyleCnt="0">
        <dgm:presLayoutVars>
          <dgm:hierBranch val="init"/>
        </dgm:presLayoutVars>
      </dgm:prSet>
      <dgm:spPr/>
    </dgm:pt>
    <dgm:pt modelId="{76170A10-2966-48DD-81F5-897682AE2931}" type="pres">
      <dgm:prSet presAssocID="{5B764FDB-1696-44CF-BF66-D763507A4225}" presName="rootComposite" presStyleCnt="0"/>
      <dgm:spPr/>
    </dgm:pt>
    <dgm:pt modelId="{33B0BF6F-573D-48DC-87B5-C857768CB863}" type="pres">
      <dgm:prSet presAssocID="{5B764FDB-1696-44CF-BF66-D763507A4225}" presName="rootText" presStyleLbl="node1" presStyleIdx="1" presStyleCnt="14">
        <dgm:presLayoutVars>
          <dgm:chMax/>
          <dgm:chPref val="3"/>
        </dgm:presLayoutVars>
      </dgm:prSet>
      <dgm:spPr/>
    </dgm:pt>
    <dgm:pt modelId="{0825A219-20AE-444E-9BDA-4110E640FCDF}" type="pres">
      <dgm:prSet presAssocID="{5B764FDB-1696-44CF-BF66-D763507A4225}" presName="titleText2" presStyleLbl="fgAcc1" presStyleIdx="1" presStyleCnt="14">
        <dgm:presLayoutVars>
          <dgm:chMax val="0"/>
          <dgm:chPref val="0"/>
        </dgm:presLayoutVars>
      </dgm:prSet>
      <dgm:spPr/>
    </dgm:pt>
    <dgm:pt modelId="{6005944A-4317-4FE7-B2D9-6F75520C44BE}" type="pres">
      <dgm:prSet presAssocID="{5B764FDB-1696-44CF-BF66-D763507A4225}" presName="rootConnector" presStyleLbl="node3" presStyleIdx="0" presStyleCnt="0"/>
      <dgm:spPr/>
    </dgm:pt>
    <dgm:pt modelId="{F31A7E9A-FBCE-4292-A438-9D8E4E9778EA}" type="pres">
      <dgm:prSet presAssocID="{5B764FDB-1696-44CF-BF66-D763507A4225}" presName="hierChild4" presStyleCnt="0"/>
      <dgm:spPr/>
    </dgm:pt>
    <dgm:pt modelId="{9BAEF113-E76F-48DF-A857-B1789150D10C}" type="pres">
      <dgm:prSet presAssocID="{5B764FDB-1696-44CF-BF66-D763507A4225}" presName="hierChild5" presStyleCnt="0"/>
      <dgm:spPr/>
    </dgm:pt>
    <dgm:pt modelId="{E3C1B931-6131-4C3E-8F3F-52C588A603F6}" type="pres">
      <dgm:prSet presAssocID="{CD553917-2A7B-42C2-A2D5-8A96E3095D18}" presName="hierChild5" presStyleCnt="0"/>
      <dgm:spPr/>
    </dgm:pt>
    <dgm:pt modelId="{26CB31C6-A873-4937-9F6F-E28A1DEDCDD7}" type="pres">
      <dgm:prSet presAssocID="{67A1EDD0-3F40-4DBF-9016-4916E98BADDE}" presName="Name37" presStyleLbl="parChTrans1D2" presStyleIdx="1" presStyleCnt="3"/>
      <dgm:spPr/>
    </dgm:pt>
    <dgm:pt modelId="{562FE943-A34B-4769-9FAF-BD1720C1FAF5}" type="pres">
      <dgm:prSet presAssocID="{972EF62F-176D-402F-817D-241CBCBAF09A}" presName="hierRoot2" presStyleCnt="0">
        <dgm:presLayoutVars>
          <dgm:hierBranch val="init"/>
        </dgm:presLayoutVars>
      </dgm:prSet>
      <dgm:spPr/>
    </dgm:pt>
    <dgm:pt modelId="{39390677-92D7-4F05-ACA3-9AA1E7FE3D2A}" type="pres">
      <dgm:prSet presAssocID="{972EF62F-176D-402F-817D-241CBCBAF09A}" presName="rootComposite" presStyleCnt="0"/>
      <dgm:spPr/>
    </dgm:pt>
    <dgm:pt modelId="{25F84CD1-EFF6-4366-A404-ECC7B5EBDBA9}" type="pres">
      <dgm:prSet presAssocID="{972EF62F-176D-402F-817D-241CBCBAF09A}" presName="rootText" presStyleLbl="node1" presStyleIdx="2" presStyleCnt="14">
        <dgm:presLayoutVars>
          <dgm:chMax/>
          <dgm:chPref val="3"/>
        </dgm:presLayoutVars>
      </dgm:prSet>
      <dgm:spPr/>
    </dgm:pt>
    <dgm:pt modelId="{540D86E8-BA1E-4750-A56B-D77B75FA6C46}" type="pres">
      <dgm:prSet presAssocID="{972EF62F-176D-402F-817D-241CBCBAF09A}" presName="titleText2" presStyleLbl="fgAcc1" presStyleIdx="2" presStyleCnt="14">
        <dgm:presLayoutVars>
          <dgm:chMax val="0"/>
          <dgm:chPref val="0"/>
        </dgm:presLayoutVars>
      </dgm:prSet>
      <dgm:spPr/>
    </dgm:pt>
    <dgm:pt modelId="{1781D0C4-7346-4440-B80A-32B53C204C65}" type="pres">
      <dgm:prSet presAssocID="{972EF62F-176D-402F-817D-241CBCBAF09A}" presName="rootConnector" presStyleLbl="node2" presStyleIdx="0" presStyleCnt="0"/>
      <dgm:spPr/>
    </dgm:pt>
    <dgm:pt modelId="{C8137D6F-499B-4FA8-9AA2-8B90DC1E38D7}" type="pres">
      <dgm:prSet presAssocID="{972EF62F-176D-402F-817D-241CBCBAF09A}" presName="hierChild4" presStyleCnt="0"/>
      <dgm:spPr/>
    </dgm:pt>
    <dgm:pt modelId="{240F15C5-7F28-4F25-82EF-F73A76B63448}" type="pres">
      <dgm:prSet presAssocID="{78B1A5E4-013C-42FD-8C1E-EF50DC13947F}" presName="Name37" presStyleLbl="parChTrans1D3" presStyleIdx="1" presStyleCnt="11"/>
      <dgm:spPr/>
    </dgm:pt>
    <dgm:pt modelId="{AEAD4070-4285-4B6C-A247-E5557929D9AF}" type="pres">
      <dgm:prSet presAssocID="{A1F028E2-B4F4-485C-ADA4-43F1EB12C3E7}" presName="hierRoot2" presStyleCnt="0">
        <dgm:presLayoutVars>
          <dgm:hierBranch val="init"/>
        </dgm:presLayoutVars>
      </dgm:prSet>
      <dgm:spPr/>
    </dgm:pt>
    <dgm:pt modelId="{ED011514-492D-473A-BC99-220421D0ED88}" type="pres">
      <dgm:prSet presAssocID="{A1F028E2-B4F4-485C-ADA4-43F1EB12C3E7}" presName="rootComposite" presStyleCnt="0"/>
      <dgm:spPr/>
    </dgm:pt>
    <dgm:pt modelId="{50D1DE7F-C6B6-44A6-A4C1-A8F37BED664B}" type="pres">
      <dgm:prSet presAssocID="{A1F028E2-B4F4-485C-ADA4-43F1EB12C3E7}" presName="rootText" presStyleLbl="node1" presStyleIdx="3" presStyleCnt="14">
        <dgm:presLayoutVars>
          <dgm:chMax/>
          <dgm:chPref val="3"/>
        </dgm:presLayoutVars>
      </dgm:prSet>
      <dgm:spPr/>
    </dgm:pt>
    <dgm:pt modelId="{5EA7C97C-5F3A-419E-A82B-2FEA7595B9FB}" type="pres">
      <dgm:prSet presAssocID="{A1F028E2-B4F4-485C-ADA4-43F1EB12C3E7}" presName="titleText2" presStyleLbl="fgAcc1" presStyleIdx="3" presStyleCnt="14">
        <dgm:presLayoutVars>
          <dgm:chMax val="0"/>
          <dgm:chPref val="0"/>
        </dgm:presLayoutVars>
      </dgm:prSet>
      <dgm:spPr/>
    </dgm:pt>
    <dgm:pt modelId="{6DD151C2-B53C-4B59-BB81-5BEE5BD10FD1}" type="pres">
      <dgm:prSet presAssocID="{A1F028E2-B4F4-485C-ADA4-43F1EB12C3E7}" presName="rootConnector" presStyleLbl="node3" presStyleIdx="0" presStyleCnt="0"/>
      <dgm:spPr/>
    </dgm:pt>
    <dgm:pt modelId="{2CFE0C85-AB14-43D1-AF9E-88D8AE66D815}" type="pres">
      <dgm:prSet presAssocID="{A1F028E2-B4F4-485C-ADA4-43F1EB12C3E7}" presName="hierChild4" presStyleCnt="0"/>
      <dgm:spPr/>
    </dgm:pt>
    <dgm:pt modelId="{953AABB3-B81A-4FE7-8F9B-D12D73ACB1E6}" type="pres">
      <dgm:prSet presAssocID="{A1F028E2-B4F4-485C-ADA4-43F1EB12C3E7}" presName="hierChild5" presStyleCnt="0"/>
      <dgm:spPr/>
    </dgm:pt>
    <dgm:pt modelId="{1DB72B5E-8780-4B74-8ECE-008A687E44FA}" type="pres">
      <dgm:prSet presAssocID="{92F2A0A8-5D97-4A35-8B5B-CBC0FE42C2BE}" presName="Name37" presStyleLbl="parChTrans1D3" presStyleIdx="2" presStyleCnt="11"/>
      <dgm:spPr/>
    </dgm:pt>
    <dgm:pt modelId="{D4078570-590E-432B-91F4-8DC0A094619C}" type="pres">
      <dgm:prSet presAssocID="{5D31450D-29A4-4592-9EFA-D566162B6DAC}" presName="hierRoot2" presStyleCnt="0">
        <dgm:presLayoutVars>
          <dgm:hierBranch val="init"/>
        </dgm:presLayoutVars>
      </dgm:prSet>
      <dgm:spPr/>
    </dgm:pt>
    <dgm:pt modelId="{98F25ADE-716E-4ABF-BC1E-617C0EBDA1E7}" type="pres">
      <dgm:prSet presAssocID="{5D31450D-29A4-4592-9EFA-D566162B6DAC}" presName="rootComposite" presStyleCnt="0"/>
      <dgm:spPr/>
    </dgm:pt>
    <dgm:pt modelId="{3AC250CD-CBEF-4090-AC08-6745EBF9B9E0}" type="pres">
      <dgm:prSet presAssocID="{5D31450D-29A4-4592-9EFA-D566162B6DAC}" presName="rootText" presStyleLbl="node1" presStyleIdx="4" presStyleCnt="14">
        <dgm:presLayoutVars>
          <dgm:chMax/>
          <dgm:chPref val="3"/>
        </dgm:presLayoutVars>
      </dgm:prSet>
      <dgm:spPr/>
    </dgm:pt>
    <dgm:pt modelId="{F4DF8A7E-C59C-44A0-9AB6-5DC7425B38BF}" type="pres">
      <dgm:prSet presAssocID="{5D31450D-29A4-4592-9EFA-D566162B6DAC}" presName="titleText2" presStyleLbl="fgAcc1" presStyleIdx="4" presStyleCnt="14">
        <dgm:presLayoutVars>
          <dgm:chMax val="0"/>
          <dgm:chPref val="0"/>
        </dgm:presLayoutVars>
      </dgm:prSet>
      <dgm:spPr/>
    </dgm:pt>
    <dgm:pt modelId="{8FE3C128-BA31-43E3-AC6B-87C0C236ABBC}" type="pres">
      <dgm:prSet presAssocID="{5D31450D-29A4-4592-9EFA-D566162B6DAC}" presName="rootConnector" presStyleLbl="node3" presStyleIdx="0" presStyleCnt="0"/>
      <dgm:spPr/>
    </dgm:pt>
    <dgm:pt modelId="{14B4A43A-D46E-4938-8D43-570C2BD5B737}" type="pres">
      <dgm:prSet presAssocID="{5D31450D-29A4-4592-9EFA-D566162B6DAC}" presName="hierChild4" presStyleCnt="0"/>
      <dgm:spPr/>
    </dgm:pt>
    <dgm:pt modelId="{1BD94E94-C9E5-4F74-833F-E1E5AF7BD159}" type="pres">
      <dgm:prSet presAssocID="{5D31450D-29A4-4592-9EFA-D566162B6DAC}" presName="hierChild5" presStyleCnt="0"/>
      <dgm:spPr/>
    </dgm:pt>
    <dgm:pt modelId="{EFFA838B-EAB3-43F5-AB5E-D23A35F86D33}" type="pres">
      <dgm:prSet presAssocID="{972EF62F-176D-402F-817D-241CBCBAF09A}" presName="hierChild5" presStyleCnt="0"/>
      <dgm:spPr/>
    </dgm:pt>
    <dgm:pt modelId="{D220ACB4-FF33-424A-8817-26846DBE9FA5}" type="pres">
      <dgm:prSet presAssocID="{16128ACC-76AF-4E53-9095-1C3FDC93BC0B}" presName="Name37" presStyleLbl="parChTrans1D2" presStyleIdx="2" presStyleCnt="3"/>
      <dgm:spPr/>
    </dgm:pt>
    <dgm:pt modelId="{A5E0A34F-5048-4436-9556-FAD7A2035C57}" type="pres">
      <dgm:prSet presAssocID="{2A4B3CC5-8EB7-4B1F-8699-8BBAA4FB4C80}" presName="hierRoot2" presStyleCnt="0">
        <dgm:presLayoutVars>
          <dgm:hierBranch val="init"/>
        </dgm:presLayoutVars>
      </dgm:prSet>
      <dgm:spPr/>
    </dgm:pt>
    <dgm:pt modelId="{D36D290D-171B-4B82-B580-FB1C4524DD3D}" type="pres">
      <dgm:prSet presAssocID="{2A4B3CC5-8EB7-4B1F-8699-8BBAA4FB4C80}" presName="rootComposite" presStyleCnt="0"/>
      <dgm:spPr/>
    </dgm:pt>
    <dgm:pt modelId="{6DE798BE-1B93-43D6-80AC-607EC0DF90FD}" type="pres">
      <dgm:prSet presAssocID="{2A4B3CC5-8EB7-4B1F-8699-8BBAA4FB4C80}" presName="rootText" presStyleLbl="node1" presStyleIdx="5" presStyleCnt="14">
        <dgm:presLayoutVars>
          <dgm:chMax/>
          <dgm:chPref val="3"/>
        </dgm:presLayoutVars>
      </dgm:prSet>
      <dgm:spPr/>
    </dgm:pt>
    <dgm:pt modelId="{58E701E8-D864-4E60-84A3-FC93A46E2041}" type="pres">
      <dgm:prSet presAssocID="{2A4B3CC5-8EB7-4B1F-8699-8BBAA4FB4C80}" presName="titleText2" presStyleLbl="fgAcc1" presStyleIdx="5" presStyleCnt="14">
        <dgm:presLayoutVars>
          <dgm:chMax val="0"/>
          <dgm:chPref val="0"/>
        </dgm:presLayoutVars>
      </dgm:prSet>
      <dgm:spPr/>
    </dgm:pt>
    <dgm:pt modelId="{1095ECDD-B819-4BD4-B483-C1CA1756A627}" type="pres">
      <dgm:prSet presAssocID="{2A4B3CC5-8EB7-4B1F-8699-8BBAA4FB4C80}" presName="rootConnector" presStyleLbl="node2" presStyleIdx="0" presStyleCnt="0"/>
      <dgm:spPr/>
    </dgm:pt>
    <dgm:pt modelId="{25973816-9960-4017-B2D6-6B3DFD48AAB8}" type="pres">
      <dgm:prSet presAssocID="{2A4B3CC5-8EB7-4B1F-8699-8BBAA4FB4C80}" presName="hierChild4" presStyleCnt="0"/>
      <dgm:spPr/>
    </dgm:pt>
    <dgm:pt modelId="{6AA06D1F-0165-485C-8731-BD9B98BBBA4C}" type="pres">
      <dgm:prSet presAssocID="{986ADD6E-CA7F-47E2-953D-8F9055DC0E0D}" presName="Name37" presStyleLbl="parChTrans1D3" presStyleIdx="3" presStyleCnt="11"/>
      <dgm:spPr/>
    </dgm:pt>
    <dgm:pt modelId="{76035183-C168-4CFE-9531-0B847CE503FD}" type="pres">
      <dgm:prSet presAssocID="{B6D790F7-AE2F-436D-BFF2-05C50E026A2D}" presName="hierRoot2" presStyleCnt="0">
        <dgm:presLayoutVars>
          <dgm:hierBranch val="init"/>
        </dgm:presLayoutVars>
      </dgm:prSet>
      <dgm:spPr/>
    </dgm:pt>
    <dgm:pt modelId="{C17DFB92-764F-4084-A16F-2984F3972BCA}" type="pres">
      <dgm:prSet presAssocID="{B6D790F7-AE2F-436D-BFF2-05C50E026A2D}" presName="rootComposite" presStyleCnt="0"/>
      <dgm:spPr/>
    </dgm:pt>
    <dgm:pt modelId="{17AE684F-8F2E-45FA-8026-D020860AECD7}" type="pres">
      <dgm:prSet presAssocID="{B6D790F7-AE2F-436D-BFF2-05C50E026A2D}" presName="rootText" presStyleLbl="node1" presStyleIdx="6" presStyleCnt="14">
        <dgm:presLayoutVars>
          <dgm:chMax/>
          <dgm:chPref val="3"/>
        </dgm:presLayoutVars>
      </dgm:prSet>
      <dgm:spPr/>
    </dgm:pt>
    <dgm:pt modelId="{5CFA8E06-9882-41A6-AA20-6DCD146B274B}" type="pres">
      <dgm:prSet presAssocID="{B6D790F7-AE2F-436D-BFF2-05C50E026A2D}" presName="titleText2" presStyleLbl="fgAcc1" presStyleIdx="6" presStyleCnt="14">
        <dgm:presLayoutVars>
          <dgm:chMax val="0"/>
          <dgm:chPref val="0"/>
        </dgm:presLayoutVars>
      </dgm:prSet>
      <dgm:spPr/>
    </dgm:pt>
    <dgm:pt modelId="{8CF383E4-0C43-447A-BB7C-6F1CD059FCFA}" type="pres">
      <dgm:prSet presAssocID="{B6D790F7-AE2F-436D-BFF2-05C50E026A2D}" presName="rootConnector" presStyleLbl="node3" presStyleIdx="0" presStyleCnt="0"/>
      <dgm:spPr/>
    </dgm:pt>
    <dgm:pt modelId="{9DEE49BB-2C06-4B05-B92B-92217D046A18}" type="pres">
      <dgm:prSet presAssocID="{B6D790F7-AE2F-436D-BFF2-05C50E026A2D}" presName="hierChild4" presStyleCnt="0"/>
      <dgm:spPr/>
    </dgm:pt>
    <dgm:pt modelId="{D09690F8-D176-4C5B-9F67-8A7A24D449E4}" type="pres">
      <dgm:prSet presAssocID="{B6D790F7-AE2F-436D-BFF2-05C50E026A2D}" presName="hierChild5" presStyleCnt="0"/>
      <dgm:spPr/>
    </dgm:pt>
    <dgm:pt modelId="{B0786AAA-87D6-4735-8B08-FAA8B56B3FB7}" type="pres">
      <dgm:prSet presAssocID="{474F09D3-46C3-4746-A022-EB024DEB2DA4}" presName="Name37" presStyleLbl="parChTrans1D3" presStyleIdx="4" presStyleCnt="11"/>
      <dgm:spPr/>
    </dgm:pt>
    <dgm:pt modelId="{EEA0A59E-F4AE-416D-8292-11BC4CF8E46E}" type="pres">
      <dgm:prSet presAssocID="{A7F233BD-E8B2-40BC-98C7-DF90C756F407}" presName="hierRoot2" presStyleCnt="0">
        <dgm:presLayoutVars>
          <dgm:hierBranch val="init"/>
        </dgm:presLayoutVars>
      </dgm:prSet>
      <dgm:spPr/>
    </dgm:pt>
    <dgm:pt modelId="{7A53AC67-774B-4150-863E-D2D7FAACCC61}" type="pres">
      <dgm:prSet presAssocID="{A7F233BD-E8B2-40BC-98C7-DF90C756F407}" presName="rootComposite" presStyleCnt="0"/>
      <dgm:spPr/>
    </dgm:pt>
    <dgm:pt modelId="{0DE26450-FDE1-4E35-9B38-DA6EB3A7A537}" type="pres">
      <dgm:prSet presAssocID="{A7F233BD-E8B2-40BC-98C7-DF90C756F407}" presName="rootText" presStyleLbl="node1" presStyleIdx="7" presStyleCnt="14">
        <dgm:presLayoutVars>
          <dgm:chMax/>
          <dgm:chPref val="3"/>
        </dgm:presLayoutVars>
      </dgm:prSet>
      <dgm:spPr/>
    </dgm:pt>
    <dgm:pt modelId="{797435B3-1A09-4E6D-A404-0640AC7567E6}" type="pres">
      <dgm:prSet presAssocID="{A7F233BD-E8B2-40BC-98C7-DF90C756F407}" presName="titleText2" presStyleLbl="fgAcc1" presStyleIdx="7" presStyleCnt="14">
        <dgm:presLayoutVars>
          <dgm:chMax val="0"/>
          <dgm:chPref val="0"/>
        </dgm:presLayoutVars>
      </dgm:prSet>
      <dgm:spPr/>
    </dgm:pt>
    <dgm:pt modelId="{DB2F6C5D-1B04-4E27-AA12-372007124AC4}" type="pres">
      <dgm:prSet presAssocID="{A7F233BD-E8B2-40BC-98C7-DF90C756F407}" presName="rootConnector" presStyleLbl="node3" presStyleIdx="0" presStyleCnt="0"/>
      <dgm:spPr/>
    </dgm:pt>
    <dgm:pt modelId="{9525FC02-9459-40CC-8790-4A197C6BE3D9}" type="pres">
      <dgm:prSet presAssocID="{A7F233BD-E8B2-40BC-98C7-DF90C756F407}" presName="hierChild4" presStyleCnt="0"/>
      <dgm:spPr/>
    </dgm:pt>
    <dgm:pt modelId="{26346FB8-F441-4BAF-A8AC-9492E0EABE53}" type="pres">
      <dgm:prSet presAssocID="{A7F233BD-E8B2-40BC-98C7-DF90C756F407}" presName="hierChild5" presStyleCnt="0"/>
      <dgm:spPr/>
    </dgm:pt>
    <dgm:pt modelId="{F0D31BB3-280B-427A-8194-E27EEBC68D3C}" type="pres">
      <dgm:prSet presAssocID="{300B94EA-657F-42BB-84E4-9AB025F54BD8}" presName="Name37" presStyleLbl="parChTrans1D3" presStyleIdx="5" presStyleCnt="11"/>
      <dgm:spPr/>
    </dgm:pt>
    <dgm:pt modelId="{BC4431C6-62BC-4F2C-BEA7-D073CA96DA23}" type="pres">
      <dgm:prSet presAssocID="{203596EA-D1C2-4A47-AAE1-1528F0FB421C}" presName="hierRoot2" presStyleCnt="0">
        <dgm:presLayoutVars>
          <dgm:hierBranch val="init"/>
        </dgm:presLayoutVars>
      </dgm:prSet>
      <dgm:spPr/>
    </dgm:pt>
    <dgm:pt modelId="{B54862B1-FF1C-4F3B-B69D-C1DEB246593D}" type="pres">
      <dgm:prSet presAssocID="{203596EA-D1C2-4A47-AAE1-1528F0FB421C}" presName="rootComposite" presStyleCnt="0"/>
      <dgm:spPr/>
    </dgm:pt>
    <dgm:pt modelId="{964E9D7E-8F35-436D-9003-2B8EC502720E}" type="pres">
      <dgm:prSet presAssocID="{203596EA-D1C2-4A47-AAE1-1528F0FB421C}" presName="rootText" presStyleLbl="node1" presStyleIdx="8" presStyleCnt="14">
        <dgm:presLayoutVars>
          <dgm:chMax/>
          <dgm:chPref val="3"/>
        </dgm:presLayoutVars>
      </dgm:prSet>
      <dgm:spPr/>
    </dgm:pt>
    <dgm:pt modelId="{AB21C588-4004-4474-94A2-82AE5F346CB4}" type="pres">
      <dgm:prSet presAssocID="{203596EA-D1C2-4A47-AAE1-1528F0FB421C}" presName="titleText2" presStyleLbl="fgAcc1" presStyleIdx="8" presStyleCnt="14">
        <dgm:presLayoutVars>
          <dgm:chMax val="0"/>
          <dgm:chPref val="0"/>
        </dgm:presLayoutVars>
      </dgm:prSet>
      <dgm:spPr/>
    </dgm:pt>
    <dgm:pt modelId="{A51A6956-C8FE-4E52-A993-7EDC52F72DFF}" type="pres">
      <dgm:prSet presAssocID="{203596EA-D1C2-4A47-AAE1-1528F0FB421C}" presName="rootConnector" presStyleLbl="node3" presStyleIdx="0" presStyleCnt="0"/>
      <dgm:spPr/>
    </dgm:pt>
    <dgm:pt modelId="{F6097E30-2D3B-4EC8-9CF6-9095FB77A270}" type="pres">
      <dgm:prSet presAssocID="{203596EA-D1C2-4A47-AAE1-1528F0FB421C}" presName="hierChild4" presStyleCnt="0"/>
      <dgm:spPr/>
    </dgm:pt>
    <dgm:pt modelId="{224955B0-CACE-4A46-B996-958E5B0A02AB}" type="pres">
      <dgm:prSet presAssocID="{203596EA-D1C2-4A47-AAE1-1528F0FB421C}" presName="hierChild5" presStyleCnt="0"/>
      <dgm:spPr/>
    </dgm:pt>
    <dgm:pt modelId="{C296CBB2-F036-4674-BA59-129D3252F6DE}" type="pres">
      <dgm:prSet presAssocID="{F875A758-D46C-495B-A14B-1E158B515D9B}" presName="Name37" presStyleLbl="parChTrans1D3" presStyleIdx="6" presStyleCnt="11"/>
      <dgm:spPr/>
    </dgm:pt>
    <dgm:pt modelId="{DEDE6B07-8CF3-4041-9B0C-DAFD24DF8543}" type="pres">
      <dgm:prSet presAssocID="{ADA550F7-533B-4A99-8574-161910E155CA}" presName="hierRoot2" presStyleCnt="0">
        <dgm:presLayoutVars>
          <dgm:hierBranch val="init"/>
        </dgm:presLayoutVars>
      </dgm:prSet>
      <dgm:spPr/>
    </dgm:pt>
    <dgm:pt modelId="{42D5C6B4-B074-4745-8541-43F60EAA6B1B}" type="pres">
      <dgm:prSet presAssocID="{ADA550F7-533B-4A99-8574-161910E155CA}" presName="rootComposite" presStyleCnt="0"/>
      <dgm:spPr/>
    </dgm:pt>
    <dgm:pt modelId="{8DA4F95D-10FB-4AA0-945C-AB8E23233469}" type="pres">
      <dgm:prSet presAssocID="{ADA550F7-533B-4A99-8574-161910E155CA}" presName="rootText" presStyleLbl="node1" presStyleIdx="9" presStyleCnt="14">
        <dgm:presLayoutVars>
          <dgm:chMax/>
          <dgm:chPref val="3"/>
        </dgm:presLayoutVars>
      </dgm:prSet>
      <dgm:spPr/>
    </dgm:pt>
    <dgm:pt modelId="{A3515A19-ACC2-4315-9C9A-F2CE76CCA211}" type="pres">
      <dgm:prSet presAssocID="{ADA550F7-533B-4A99-8574-161910E155CA}" presName="titleText2" presStyleLbl="fgAcc1" presStyleIdx="9" presStyleCnt="14">
        <dgm:presLayoutVars>
          <dgm:chMax val="0"/>
          <dgm:chPref val="0"/>
        </dgm:presLayoutVars>
      </dgm:prSet>
      <dgm:spPr/>
    </dgm:pt>
    <dgm:pt modelId="{3B844BEB-6D32-4886-955F-B0EEEBCBC410}" type="pres">
      <dgm:prSet presAssocID="{ADA550F7-533B-4A99-8574-161910E155CA}" presName="rootConnector" presStyleLbl="node3" presStyleIdx="0" presStyleCnt="0"/>
      <dgm:spPr/>
    </dgm:pt>
    <dgm:pt modelId="{A6E74BDB-3866-453F-95E1-F7C3F52BE2B3}" type="pres">
      <dgm:prSet presAssocID="{ADA550F7-533B-4A99-8574-161910E155CA}" presName="hierChild4" presStyleCnt="0"/>
      <dgm:spPr/>
    </dgm:pt>
    <dgm:pt modelId="{5351CED2-C8B9-4710-AC51-AC960D05E687}" type="pres">
      <dgm:prSet presAssocID="{ADA550F7-533B-4A99-8574-161910E155CA}" presName="hierChild5" presStyleCnt="0"/>
      <dgm:spPr/>
    </dgm:pt>
    <dgm:pt modelId="{29C96077-5885-4B0F-96B3-853F7093FC8D}" type="pres">
      <dgm:prSet presAssocID="{E09FAEB7-F737-4D4D-BDDA-C5086A764B74}" presName="Name37" presStyleLbl="parChTrans1D3" presStyleIdx="7" presStyleCnt="11"/>
      <dgm:spPr/>
    </dgm:pt>
    <dgm:pt modelId="{77393062-2C19-40C6-84EF-DA1E5656D98C}" type="pres">
      <dgm:prSet presAssocID="{43A41A6F-F730-4114-A297-8C2DE31D64B8}" presName="hierRoot2" presStyleCnt="0">
        <dgm:presLayoutVars>
          <dgm:hierBranch val="init"/>
        </dgm:presLayoutVars>
      </dgm:prSet>
      <dgm:spPr/>
    </dgm:pt>
    <dgm:pt modelId="{3C66BC00-5292-4250-A493-76490270D59B}" type="pres">
      <dgm:prSet presAssocID="{43A41A6F-F730-4114-A297-8C2DE31D64B8}" presName="rootComposite" presStyleCnt="0"/>
      <dgm:spPr/>
    </dgm:pt>
    <dgm:pt modelId="{54673F30-83D0-4DC1-B0F3-31695209BD3A}" type="pres">
      <dgm:prSet presAssocID="{43A41A6F-F730-4114-A297-8C2DE31D64B8}" presName="rootText" presStyleLbl="node1" presStyleIdx="10" presStyleCnt="14">
        <dgm:presLayoutVars>
          <dgm:chMax/>
          <dgm:chPref val="3"/>
        </dgm:presLayoutVars>
      </dgm:prSet>
      <dgm:spPr/>
    </dgm:pt>
    <dgm:pt modelId="{C43186B6-15EA-480D-8392-BD4C4212316D}" type="pres">
      <dgm:prSet presAssocID="{43A41A6F-F730-4114-A297-8C2DE31D64B8}" presName="titleText2" presStyleLbl="fgAcc1" presStyleIdx="10" presStyleCnt="14">
        <dgm:presLayoutVars>
          <dgm:chMax val="0"/>
          <dgm:chPref val="0"/>
        </dgm:presLayoutVars>
      </dgm:prSet>
      <dgm:spPr/>
    </dgm:pt>
    <dgm:pt modelId="{9B99AA63-68CE-47F6-AFDD-283FE26FE603}" type="pres">
      <dgm:prSet presAssocID="{43A41A6F-F730-4114-A297-8C2DE31D64B8}" presName="rootConnector" presStyleLbl="node3" presStyleIdx="0" presStyleCnt="0"/>
      <dgm:spPr/>
    </dgm:pt>
    <dgm:pt modelId="{00E05780-6EAC-471C-8972-2FE11E8E5990}" type="pres">
      <dgm:prSet presAssocID="{43A41A6F-F730-4114-A297-8C2DE31D64B8}" presName="hierChild4" presStyleCnt="0"/>
      <dgm:spPr/>
    </dgm:pt>
    <dgm:pt modelId="{CA156046-8A3A-4E5A-BDFD-214695151DF0}" type="pres">
      <dgm:prSet presAssocID="{43A41A6F-F730-4114-A297-8C2DE31D64B8}" presName="hierChild5" presStyleCnt="0"/>
      <dgm:spPr/>
    </dgm:pt>
    <dgm:pt modelId="{E455248C-58BB-415E-BB70-F6AF43220103}" type="pres">
      <dgm:prSet presAssocID="{BAD1DDE1-39A6-4278-8223-5CB3E5380867}" presName="Name37" presStyleLbl="parChTrans1D3" presStyleIdx="8" presStyleCnt="11"/>
      <dgm:spPr/>
    </dgm:pt>
    <dgm:pt modelId="{9319DF95-08B1-4583-9401-1830DE553171}" type="pres">
      <dgm:prSet presAssocID="{A145B5F1-B27B-4F9C-ADAA-21A63E61AC22}" presName="hierRoot2" presStyleCnt="0">
        <dgm:presLayoutVars>
          <dgm:hierBranch val="init"/>
        </dgm:presLayoutVars>
      </dgm:prSet>
      <dgm:spPr/>
    </dgm:pt>
    <dgm:pt modelId="{B738680D-57AC-4192-857F-FACE1796EF5B}" type="pres">
      <dgm:prSet presAssocID="{A145B5F1-B27B-4F9C-ADAA-21A63E61AC22}" presName="rootComposite" presStyleCnt="0"/>
      <dgm:spPr/>
    </dgm:pt>
    <dgm:pt modelId="{591A2A78-C3DD-482A-A389-E29F2664A084}" type="pres">
      <dgm:prSet presAssocID="{A145B5F1-B27B-4F9C-ADAA-21A63E61AC22}" presName="rootText" presStyleLbl="node1" presStyleIdx="11" presStyleCnt="14">
        <dgm:presLayoutVars>
          <dgm:chMax/>
          <dgm:chPref val="3"/>
        </dgm:presLayoutVars>
      </dgm:prSet>
      <dgm:spPr/>
    </dgm:pt>
    <dgm:pt modelId="{26A6C998-0C87-44CD-B9C2-4AC08609CCA7}" type="pres">
      <dgm:prSet presAssocID="{A145B5F1-B27B-4F9C-ADAA-21A63E61AC22}" presName="titleText2" presStyleLbl="fgAcc1" presStyleIdx="11" presStyleCnt="14">
        <dgm:presLayoutVars>
          <dgm:chMax val="0"/>
          <dgm:chPref val="0"/>
        </dgm:presLayoutVars>
      </dgm:prSet>
      <dgm:spPr/>
    </dgm:pt>
    <dgm:pt modelId="{6D2BC86B-69C6-4FDA-B9A7-83EDBAC0B33F}" type="pres">
      <dgm:prSet presAssocID="{A145B5F1-B27B-4F9C-ADAA-21A63E61AC22}" presName="rootConnector" presStyleLbl="node3" presStyleIdx="0" presStyleCnt="0"/>
      <dgm:spPr/>
    </dgm:pt>
    <dgm:pt modelId="{A5579F17-8C20-4072-8D37-6DB72CDA69C4}" type="pres">
      <dgm:prSet presAssocID="{A145B5F1-B27B-4F9C-ADAA-21A63E61AC22}" presName="hierChild4" presStyleCnt="0"/>
      <dgm:spPr/>
    </dgm:pt>
    <dgm:pt modelId="{EAE829AF-358E-4071-8254-C825EDF5B871}" type="pres">
      <dgm:prSet presAssocID="{A145B5F1-B27B-4F9C-ADAA-21A63E61AC22}" presName="hierChild5" presStyleCnt="0"/>
      <dgm:spPr/>
    </dgm:pt>
    <dgm:pt modelId="{3E85FCC1-6A77-4646-8FCF-D542BCE45B1E}" type="pres">
      <dgm:prSet presAssocID="{0F1632CB-0872-4ABE-AEDE-5603E6F67F1E}" presName="Name37" presStyleLbl="parChTrans1D3" presStyleIdx="9" presStyleCnt="11"/>
      <dgm:spPr/>
    </dgm:pt>
    <dgm:pt modelId="{95BF0E03-A6C6-49F9-8FD0-8D082D06DFA9}" type="pres">
      <dgm:prSet presAssocID="{EF826A1C-2350-461D-9344-A72BDD08CF17}" presName="hierRoot2" presStyleCnt="0">
        <dgm:presLayoutVars>
          <dgm:hierBranch val="init"/>
        </dgm:presLayoutVars>
      </dgm:prSet>
      <dgm:spPr/>
    </dgm:pt>
    <dgm:pt modelId="{AD6E7BC0-1733-4C0A-91D5-1FDFF92AC7E3}" type="pres">
      <dgm:prSet presAssocID="{EF826A1C-2350-461D-9344-A72BDD08CF17}" presName="rootComposite" presStyleCnt="0"/>
      <dgm:spPr/>
    </dgm:pt>
    <dgm:pt modelId="{F45E0FE4-EF8F-439B-956B-2AE0C6402903}" type="pres">
      <dgm:prSet presAssocID="{EF826A1C-2350-461D-9344-A72BDD08CF17}" presName="rootText" presStyleLbl="node1" presStyleIdx="12" presStyleCnt="14">
        <dgm:presLayoutVars>
          <dgm:chMax/>
          <dgm:chPref val="3"/>
        </dgm:presLayoutVars>
      </dgm:prSet>
      <dgm:spPr/>
    </dgm:pt>
    <dgm:pt modelId="{D2FF40D8-CB00-4004-BFF6-01CA07860E75}" type="pres">
      <dgm:prSet presAssocID="{EF826A1C-2350-461D-9344-A72BDD08CF17}" presName="titleText2" presStyleLbl="fgAcc1" presStyleIdx="12" presStyleCnt="14">
        <dgm:presLayoutVars>
          <dgm:chMax val="0"/>
          <dgm:chPref val="0"/>
        </dgm:presLayoutVars>
      </dgm:prSet>
      <dgm:spPr/>
    </dgm:pt>
    <dgm:pt modelId="{68F64CE1-0A98-42C6-9FE3-F36923F5AA93}" type="pres">
      <dgm:prSet presAssocID="{EF826A1C-2350-461D-9344-A72BDD08CF17}" presName="rootConnector" presStyleLbl="node3" presStyleIdx="0" presStyleCnt="0"/>
      <dgm:spPr/>
    </dgm:pt>
    <dgm:pt modelId="{F76D1557-1D83-4392-90FC-F458A1A959F7}" type="pres">
      <dgm:prSet presAssocID="{EF826A1C-2350-461D-9344-A72BDD08CF17}" presName="hierChild4" presStyleCnt="0"/>
      <dgm:spPr/>
    </dgm:pt>
    <dgm:pt modelId="{D8E436CA-E718-4409-9AC0-76558B5772D1}" type="pres">
      <dgm:prSet presAssocID="{EF826A1C-2350-461D-9344-A72BDD08CF17}" presName="hierChild5" presStyleCnt="0"/>
      <dgm:spPr/>
    </dgm:pt>
    <dgm:pt modelId="{73F69409-AD4B-478A-9544-D679294D832B}" type="pres">
      <dgm:prSet presAssocID="{D4751DF4-91F1-4769-8363-C4E8DFB38362}" presName="Name37" presStyleLbl="parChTrans1D3" presStyleIdx="10" presStyleCnt="11"/>
      <dgm:spPr/>
    </dgm:pt>
    <dgm:pt modelId="{A7F2BA3F-DE77-4702-B59A-B0B113C33A18}" type="pres">
      <dgm:prSet presAssocID="{99BB3020-9D8B-4779-8147-81E443F9F3F4}" presName="hierRoot2" presStyleCnt="0">
        <dgm:presLayoutVars>
          <dgm:hierBranch val="init"/>
        </dgm:presLayoutVars>
      </dgm:prSet>
      <dgm:spPr/>
    </dgm:pt>
    <dgm:pt modelId="{5B1D9984-F807-4164-BAC0-D40A26CA9FCA}" type="pres">
      <dgm:prSet presAssocID="{99BB3020-9D8B-4779-8147-81E443F9F3F4}" presName="rootComposite" presStyleCnt="0"/>
      <dgm:spPr/>
    </dgm:pt>
    <dgm:pt modelId="{ECDBD984-48B8-4BBC-AB5C-B4F5357B61A4}" type="pres">
      <dgm:prSet presAssocID="{99BB3020-9D8B-4779-8147-81E443F9F3F4}" presName="rootText" presStyleLbl="node1" presStyleIdx="13" presStyleCnt="14">
        <dgm:presLayoutVars>
          <dgm:chMax/>
          <dgm:chPref val="3"/>
        </dgm:presLayoutVars>
      </dgm:prSet>
      <dgm:spPr/>
    </dgm:pt>
    <dgm:pt modelId="{234200CF-F0FF-4104-AC33-88C0ACDD2E2C}" type="pres">
      <dgm:prSet presAssocID="{99BB3020-9D8B-4779-8147-81E443F9F3F4}" presName="titleText2" presStyleLbl="fgAcc1" presStyleIdx="13" presStyleCnt="14">
        <dgm:presLayoutVars>
          <dgm:chMax val="0"/>
          <dgm:chPref val="0"/>
        </dgm:presLayoutVars>
      </dgm:prSet>
      <dgm:spPr/>
    </dgm:pt>
    <dgm:pt modelId="{ACA96735-9B59-4E4E-A3EF-988588EA44D8}" type="pres">
      <dgm:prSet presAssocID="{99BB3020-9D8B-4779-8147-81E443F9F3F4}" presName="rootConnector" presStyleLbl="node3" presStyleIdx="0" presStyleCnt="0"/>
      <dgm:spPr/>
    </dgm:pt>
    <dgm:pt modelId="{4EFB387A-648B-4D2F-B1B3-F737FE16EB91}" type="pres">
      <dgm:prSet presAssocID="{99BB3020-9D8B-4779-8147-81E443F9F3F4}" presName="hierChild4" presStyleCnt="0"/>
      <dgm:spPr/>
    </dgm:pt>
    <dgm:pt modelId="{9561CC8A-ED3E-4AE7-B1F4-469BFABA0312}" type="pres">
      <dgm:prSet presAssocID="{99BB3020-9D8B-4779-8147-81E443F9F3F4}" presName="hierChild5" presStyleCnt="0"/>
      <dgm:spPr/>
    </dgm:pt>
    <dgm:pt modelId="{C1A5221A-AA53-4BB3-AA78-2DCF9A14D2E4}" type="pres">
      <dgm:prSet presAssocID="{2A4B3CC5-8EB7-4B1F-8699-8BBAA4FB4C80}" presName="hierChild5" presStyleCnt="0"/>
      <dgm:spPr/>
    </dgm:pt>
    <dgm:pt modelId="{6680D1A4-3DDC-41A6-8EBD-B0CD6BB459C1}" type="pres">
      <dgm:prSet presAssocID="{9E51F784-4A18-4BB0-BCCF-298AD85C06E3}" presName="hierChild3" presStyleCnt="0"/>
      <dgm:spPr/>
    </dgm:pt>
  </dgm:ptLst>
  <dgm:cxnLst>
    <dgm:cxn modelId="{557AE307-9BC5-42E0-A151-E30F24EC7F6E}" type="presOf" srcId="{F875A758-D46C-495B-A14B-1E158B515D9B}" destId="{C296CBB2-F036-4674-BA59-129D3252F6DE}" srcOrd="0" destOrd="0" presId="urn:microsoft.com/office/officeart/2008/layout/NameandTitleOrganizationalChart"/>
    <dgm:cxn modelId="{5F5A2008-272E-46D2-BC8A-00378606AE11}" type="presOf" srcId="{16128ACC-76AF-4E53-9095-1C3FDC93BC0B}" destId="{D220ACB4-FF33-424A-8817-26846DBE9FA5}" srcOrd="0" destOrd="0" presId="urn:microsoft.com/office/officeart/2008/layout/NameandTitleOrganizationalChart"/>
    <dgm:cxn modelId="{F7206D08-57A6-4809-9DCC-47729DA092E2}" type="presOf" srcId="{D4751DF4-91F1-4769-8363-C4E8DFB38362}" destId="{73F69409-AD4B-478A-9544-D679294D832B}" srcOrd="0" destOrd="0" presId="urn:microsoft.com/office/officeart/2008/layout/NameandTitleOrganizationalChart"/>
    <dgm:cxn modelId="{9C8C4B09-1C3D-4138-8623-49DC6CF1F865}" srcId="{972EF62F-176D-402F-817D-241CBCBAF09A}" destId="{A1F028E2-B4F4-485C-ADA4-43F1EB12C3E7}" srcOrd="0" destOrd="0" parTransId="{78B1A5E4-013C-42FD-8C1E-EF50DC13947F}" sibTransId="{05F3482D-C056-4694-A84F-928086010EC8}"/>
    <dgm:cxn modelId="{ACD6050A-5973-491F-8B00-A8993E501384}" type="presOf" srcId="{99BB3020-9D8B-4779-8147-81E443F9F3F4}" destId="{ACA96735-9B59-4E4E-A3EF-988588EA44D8}" srcOrd="1" destOrd="0" presId="urn:microsoft.com/office/officeart/2008/layout/NameandTitleOrganizationalChart"/>
    <dgm:cxn modelId="{4075AB0F-AE99-431A-80BC-5836FA9AB586}" type="presOf" srcId="{BFA1C806-DA94-4186-8C2F-029F0F5275D1}" destId="{C43186B6-15EA-480D-8392-BD4C4212316D}" srcOrd="0" destOrd="0" presId="urn:microsoft.com/office/officeart/2008/layout/NameandTitleOrganizationalChart"/>
    <dgm:cxn modelId="{79AEA813-EAD1-4B25-90B6-96235C345B52}" type="presOf" srcId="{972EF62F-176D-402F-817D-241CBCBAF09A}" destId="{1781D0C4-7346-4440-B80A-32B53C204C65}" srcOrd="1" destOrd="0" presId="urn:microsoft.com/office/officeart/2008/layout/NameandTitleOrganizationalChart"/>
    <dgm:cxn modelId="{43497914-98FE-4D7C-A30E-269E4088A021}" srcId="{1EB0B945-3878-4D35-A1B5-FB81DC7DE8DD}" destId="{9E51F784-4A18-4BB0-BCCF-298AD85C06E3}" srcOrd="0" destOrd="0" parTransId="{323DE891-8387-4252-92B1-8624E79222FF}" sibTransId="{28907A2D-0C74-4985-BDE2-85A36AFD9A7D}"/>
    <dgm:cxn modelId="{5004271F-B722-4942-9A94-3C48C7C48DD1}" type="presOf" srcId="{5946AE84-8896-4D55-81BE-F67EDC96DECA}" destId="{26A6C998-0C87-44CD-B9C2-4AC08609CCA7}" srcOrd="0" destOrd="0" presId="urn:microsoft.com/office/officeart/2008/layout/NameandTitleOrganizationalChart"/>
    <dgm:cxn modelId="{DFE0D320-22B8-4B57-BFF7-FC1AB7206513}" type="presOf" srcId="{2A4B3CC5-8EB7-4B1F-8699-8BBAA4FB4C80}" destId="{6DE798BE-1B93-43D6-80AC-607EC0DF90FD}" srcOrd="0" destOrd="0" presId="urn:microsoft.com/office/officeart/2008/layout/NameandTitleOrganizationalChart"/>
    <dgm:cxn modelId="{42880A26-1767-49A8-BF80-307A79AADD00}" type="presOf" srcId="{ADA550F7-533B-4A99-8574-161910E155CA}" destId="{3B844BEB-6D32-4886-955F-B0EEEBCBC410}" srcOrd="1" destOrd="0" presId="urn:microsoft.com/office/officeart/2008/layout/NameandTitleOrganizationalChart"/>
    <dgm:cxn modelId="{5E471527-E76F-4D3F-B5FB-C5086623AB4C}" type="presOf" srcId="{75C0A769-D1CA-4AAB-8364-5BA41404BB39}" destId="{234200CF-F0FF-4104-AC33-88C0ACDD2E2C}" srcOrd="0" destOrd="0" presId="urn:microsoft.com/office/officeart/2008/layout/NameandTitleOrganizationalChart"/>
    <dgm:cxn modelId="{A2B3082C-F0DB-46A1-88FB-CFE95A3E85B1}" type="presOf" srcId="{05F3482D-C056-4694-A84F-928086010EC8}" destId="{5EA7C97C-5F3A-419E-A82B-2FEA7595B9FB}" srcOrd="0" destOrd="0" presId="urn:microsoft.com/office/officeart/2008/layout/NameandTitleOrganizationalChart"/>
    <dgm:cxn modelId="{CF83792D-A807-4163-81B2-5FFB38F43576}" type="presOf" srcId="{A145B5F1-B27B-4F9C-ADAA-21A63E61AC22}" destId="{591A2A78-C3DD-482A-A389-E29F2664A084}" srcOrd="0" destOrd="0" presId="urn:microsoft.com/office/officeart/2008/layout/NameandTitleOrganizationalChart"/>
    <dgm:cxn modelId="{AB730B2E-F504-496D-943E-762B7EA37497}" type="presOf" srcId="{28907A2D-0C74-4985-BDE2-85A36AFD9A7D}" destId="{ADE343CF-3629-422A-BCF5-F85FCE649D0F}" srcOrd="0" destOrd="0" presId="urn:microsoft.com/office/officeart/2008/layout/NameandTitleOrganizationalChart"/>
    <dgm:cxn modelId="{90184731-D748-40C5-B9D8-A558B4B740D0}" type="presOf" srcId="{43A41A6F-F730-4114-A297-8C2DE31D64B8}" destId="{9B99AA63-68CE-47F6-AFDD-283FE26FE603}" srcOrd="1" destOrd="0" presId="urn:microsoft.com/office/officeart/2008/layout/NameandTitleOrganizationalChart"/>
    <dgm:cxn modelId="{E593FF31-2963-4869-808A-99E541E3F5BA}" srcId="{2A4B3CC5-8EB7-4B1F-8699-8BBAA4FB4C80}" destId="{EF826A1C-2350-461D-9344-A72BDD08CF17}" srcOrd="6" destOrd="0" parTransId="{0F1632CB-0872-4ABE-AEDE-5603E6F67F1E}" sibTransId="{22FD4C23-4F0D-4BA2-82D0-B71AA270CF9A}"/>
    <dgm:cxn modelId="{E9300238-3F24-4C16-8255-F086EE9A7B16}" type="presOf" srcId="{5D31450D-29A4-4592-9EFA-D566162B6DAC}" destId="{3AC250CD-CBEF-4090-AC08-6745EBF9B9E0}" srcOrd="0" destOrd="0" presId="urn:microsoft.com/office/officeart/2008/layout/NameandTitleOrganizationalChart"/>
    <dgm:cxn modelId="{7093FE3A-BCBD-413B-9FC7-DF2C7A7BD6F5}" type="presOf" srcId="{2FFC0AAE-68D9-4DEA-B96C-EFC0333B4840}" destId="{0825A219-20AE-444E-9BDA-4110E640FCDF}" srcOrd="0" destOrd="0" presId="urn:microsoft.com/office/officeart/2008/layout/NameandTitleOrganizationalChart"/>
    <dgm:cxn modelId="{5DD78D5C-DC8D-4CB5-AFB1-7D48DA429D85}" type="presOf" srcId="{28AA4D29-E16D-41A9-8EA4-685A3FB34186}" destId="{5CFA8E06-9882-41A6-AA20-6DCD146B274B}" srcOrd="0" destOrd="0" presId="urn:microsoft.com/office/officeart/2008/layout/NameandTitleOrganizationalChart"/>
    <dgm:cxn modelId="{92DCA25C-5734-4530-B431-166B2E7370E6}" type="presOf" srcId="{78B1A5E4-013C-42FD-8C1E-EF50DC13947F}" destId="{240F15C5-7F28-4F25-82EF-F73A76B63448}" srcOrd="0" destOrd="0" presId="urn:microsoft.com/office/officeart/2008/layout/NameandTitleOrganizationalChart"/>
    <dgm:cxn modelId="{7ED9FC5C-D1ED-4904-BE31-EB63EEF2A3B6}" type="presOf" srcId="{EF826A1C-2350-461D-9344-A72BDD08CF17}" destId="{68F64CE1-0A98-42C6-9FE3-F36923F5AA93}" srcOrd="1" destOrd="0" presId="urn:microsoft.com/office/officeart/2008/layout/NameandTitleOrganizationalChart"/>
    <dgm:cxn modelId="{9E67DE62-2447-41DC-AA72-2D8912D33ED2}" type="presOf" srcId="{FC44B1F5-6DD7-4A6D-B8DE-555EE6CAE42B}" destId="{797435B3-1A09-4E6D-A404-0640AC7567E6}" srcOrd="0" destOrd="0" presId="urn:microsoft.com/office/officeart/2008/layout/NameandTitleOrganizationalChart"/>
    <dgm:cxn modelId="{077F5B43-8B81-4DCF-9516-0627372B72CA}" type="presOf" srcId="{1EB0B945-3878-4D35-A1B5-FB81DC7DE8DD}" destId="{9AF34D08-1529-42FF-B378-C53B4871BE6B}" srcOrd="0" destOrd="0" presId="urn:microsoft.com/office/officeart/2008/layout/NameandTitleOrganizationalChart"/>
    <dgm:cxn modelId="{4BE87063-D0BD-4D6D-989A-665D63D1FF11}" type="presOf" srcId="{5B764FDB-1696-44CF-BF66-D763507A4225}" destId="{33B0BF6F-573D-48DC-87B5-C857768CB863}" srcOrd="0" destOrd="0" presId="urn:microsoft.com/office/officeart/2008/layout/NameandTitleOrganizationalChart"/>
    <dgm:cxn modelId="{E9570547-4AE3-453A-A3F0-AC9D2373A4C3}" type="presOf" srcId="{986ADD6E-CA7F-47E2-953D-8F9055DC0E0D}" destId="{6AA06D1F-0165-485C-8731-BD9B98BBBA4C}" srcOrd="0" destOrd="0" presId="urn:microsoft.com/office/officeart/2008/layout/NameandTitleOrganizationalChart"/>
    <dgm:cxn modelId="{CC91C168-4008-4193-98B0-ADF421CC3DA3}" type="presOf" srcId="{92F2A0A8-5D97-4A35-8B5B-CBC0FE42C2BE}" destId="{1DB72B5E-8780-4B74-8ECE-008A687E44FA}" srcOrd="0" destOrd="0" presId="urn:microsoft.com/office/officeart/2008/layout/NameandTitleOrganizationalChart"/>
    <dgm:cxn modelId="{B2251369-C281-4DEA-BAB0-4CEE027F49BF}" type="presOf" srcId="{ADA550F7-533B-4A99-8574-161910E155CA}" destId="{8DA4F95D-10FB-4AA0-945C-AB8E23233469}" srcOrd="0" destOrd="0" presId="urn:microsoft.com/office/officeart/2008/layout/NameandTitleOrganizationalChart"/>
    <dgm:cxn modelId="{59D6004A-3571-418E-BD71-2F8A35DF82A9}" type="presOf" srcId="{474F09D3-46C3-4746-A022-EB024DEB2DA4}" destId="{B0786AAA-87D6-4735-8B08-FAA8B56B3FB7}" srcOrd="0" destOrd="0" presId="urn:microsoft.com/office/officeart/2008/layout/NameandTitleOrganizationalChart"/>
    <dgm:cxn modelId="{479C036A-C7BF-4C65-A82F-4CB80D88F3F7}" srcId="{9E51F784-4A18-4BB0-BCCF-298AD85C06E3}" destId="{CD553917-2A7B-42C2-A2D5-8A96E3095D18}" srcOrd="0" destOrd="0" parTransId="{054BDF87-9DB3-46E6-90ED-EAF5D8C4D563}" sibTransId="{4E1D0507-4295-4AB9-81FC-23FA3B74328A}"/>
    <dgm:cxn modelId="{2F553672-8A29-4333-8131-75BE6838DDCB}" srcId="{2A4B3CC5-8EB7-4B1F-8699-8BBAA4FB4C80}" destId="{203596EA-D1C2-4A47-AAE1-1528F0FB421C}" srcOrd="2" destOrd="0" parTransId="{300B94EA-657F-42BB-84E4-9AB025F54BD8}" sibTransId="{E2401042-0E6A-45A3-9C7B-456E14920880}"/>
    <dgm:cxn modelId="{F4C51E73-B63B-4422-8610-4D8BE35E964C}" type="presOf" srcId="{203596EA-D1C2-4A47-AAE1-1528F0FB421C}" destId="{964E9D7E-8F35-436D-9003-2B8EC502720E}" srcOrd="0" destOrd="0" presId="urn:microsoft.com/office/officeart/2008/layout/NameandTitleOrganizationalChart"/>
    <dgm:cxn modelId="{B30D9774-69DF-4062-B0C7-3BAE040B8CE6}" type="presOf" srcId="{A7F233BD-E8B2-40BC-98C7-DF90C756F407}" destId="{DB2F6C5D-1B04-4E27-AA12-372007124AC4}" srcOrd="1" destOrd="0" presId="urn:microsoft.com/office/officeart/2008/layout/NameandTitleOrganizationalChart"/>
    <dgm:cxn modelId="{D8941278-B91A-42B1-9BFF-8BD68953221C}" srcId="{9E51F784-4A18-4BB0-BCCF-298AD85C06E3}" destId="{2A4B3CC5-8EB7-4B1F-8699-8BBAA4FB4C80}" srcOrd="2" destOrd="0" parTransId="{16128ACC-76AF-4E53-9095-1C3FDC93BC0B}" sibTransId="{B038A7DE-8BF9-4E8F-B397-CD47CA3715E9}"/>
    <dgm:cxn modelId="{1E568C78-6212-46BB-821B-C9A5BBCA2734}" type="presOf" srcId="{B6D790F7-AE2F-436D-BFF2-05C50E026A2D}" destId="{8CF383E4-0C43-447A-BB7C-6F1CD059FCFA}" srcOrd="1" destOrd="0" presId="urn:microsoft.com/office/officeart/2008/layout/NameandTitleOrganizationalChart"/>
    <dgm:cxn modelId="{4A977A79-6387-4723-BCAF-871BA2AAE17B}" type="presOf" srcId="{EF826A1C-2350-461D-9344-A72BDD08CF17}" destId="{F45E0FE4-EF8F-439B-956B-2AE0C6402903}" srcOrd="0" destOrd="0" presId="urn:microsoft.com/office/officeart/2008/layout/NameandTitleOrganizationalChart"/>
    <dgm:cxn modelId="{9BA7C980-04A0-4D7C-9FA6-52FED52FB832}" srcId="{2A4B3CC5-8EB7-4B1F-8699-8BBAA4FB4C80}" destId="{99BB3020-9D8B-4779-8147-81E443F9F3F4}" srcOrd="7" destOrd="0" parTransId="{D4751DF4-91F1-4769-8363-C4E8DFB38362}" sibTransId="{75C0A769-D1CA-4AAB-8364-5BA41404BB39}"/>
    <dgm:cxn modelId="{C766A78A-CA82-4C45-A677-2EC86DB58319}" type="presOf" srcId="{300B94EA-657F-42BB-84E4-9AB025F54BD8}" destId="{F0D31BB3-280B-427A-8194-E27EEBC68D3C}" srcOrd="0" destOrd="0" presId="urn:microsoft.com/office/officeart/2008/layout/NameandTitleOrganizationalChart"/>
    <dgm:cxn modelId="{68D6D58E-5A18-40AF-89E3-6B209E3506E5}" type="presOf" srcId="{9E51F784-4A18-4BB0-BCCF-298AD85C06E3}" destId="{EA236794-56F7-4C39-948B-F6A222905C2F}" srcOrd="1" destOrd="0" presId="urn:microsoft.com/office/officeart/2008/layout/NameandTitleOrganizationalChart"/>
    <dgm:cxn modelId="{43184892-BDF0-401F-A2E8-F063A69033FE}" type="presOf" srcId="{43A41A6F-F730-4114-A297-8C2DE31D64B8}" destId="{54673F30-83D0-4DC1-B0F3-31695209BD3A}" srcOrd="0" destOrd="0" presId="urn:microsoft.com/office/officeart/2008/layout/NameandTitleOrganizationalChart"/>
    <dgm:cxn modelId="{2907ED92-0E45-45A3-AD9D-D40DBAB299F4}" srcId="{2A4B3CC5-8EB7-4B1F-8699-8BBAA4FB4C80}" destId="{43A41A6F-F730-4114-A297-8C2DE31D64B8}" srcOrd="4" destOrd="0" parTransId="{E09FAEB7-F737-4D4D-BDDA-C5086A764B74}" sibTransId="{BFA1C806-DA94-4186-8C2F-029F0F5275D1}"/>
    <dgm:cxn modelId="{DA77F095-FC7C-4675-B16D-675AB1BF3E87}" type="presOf" srcId="{A145B5F1-B27B-4F9C-ADAA-21A63E61AC22}" destId="{6D2BC86B-69C6-4FDA-B9A7-83EDBAC0B33F}" srcOrd="1" destOrd="0" presId="urn:microsoft.com/office/officeart/2008/layout/NameandTitleOrganizationalChart"/>
    <dgm:cxn modelId="{30931298-4BC8-4BC2-83B1-2EB26F7ABF93}" srcId="{CD553917-2A7B-42C2-A2D5-8A96E3095D18}" destId="{5B764FDB-1696-44CF-BF66-D763507A4225}" srcOrd="0" destOrd="0" parTransId="{1A9191C4-CA6D-4FD3-8099-01C14478B6B1}" sibTransId="{2FFC0AAE-68D9-4DEA-B96C-EFC0333B4840}"/>
    <dgm:cxn modelId="{049B12A0-4396-481B-9D37-B9C31361A6D2}" srcId="{972EF62F-176D-402F-817D-241CBCBAF09A}" destId="{5D31450D-29A4-4592-9EFA-D566162B6DAC}" srcOrd="1" destOrd="0" parTransId="{92F2A0A8-5D97-4A35-8B5B-CBC0FE42C2BE}" sibTransId="{6DF69C30-C99E-40CB-B45A-2C63AE27DB3B}"/>
    <dgm:cxn modelId="{692D30A8-A536-4CF8-B28F-31DB449E1571}" srcId="{2A4B3CC5-8EB7-4B1F-8699-8BBAA4FB4C80}" destId="{A7F233BD-E8B2-40BC-98C7-DF90C756F407}" srcOrd="1" destOrd="0" parTransId="{474F09D3-46C3-4746-A022-EB024DEB2DA4}" sibTransId="{FC44B1F5-6DD7-4A6D-B8DE-555EE6CAE42B}"/>
    <dgm:cxn modelId="{C1B08EAA-BA0C-49D7-B690-534BB111186E}" type="presOf" srcId="{9E51F784-4A18-4BB0-BCCF-298AD85C06E3}" destId="{F72F28C2-4761-4EFA-A978-3D990E1BFEFA}" srcOrd="0" destOrd="0" presId="urn:microsoft.com/office/officeart/2008/layout/NameandTitleOrganizationalChart"/>
    <dgm:cxn modelId="{5288A8B1-D12D-48CF-92ED-C1161E8448C8}" type="presOf" srcId="{CD553917-2A7B-42C2-A2D5-8A96E3095D18}" destId="{E2745E7C-9325-4E3D-B809-9AF78585ECFC}" srcOrd="1" destOrd="0" presId="urn:microsoft.com/office/officeart/2008/layout/NameandTitleOrganizationalChart"/>
    <dgm:cxn modelId="{EC7633B2-5452-47B5-B7AE-B55A2F5F44DF}" type="presOf" srcId="{6DF69C30-C99E-40CB-B45A-2C63AE27DB3B}" destId="{F4DF8A7E-C59C-44A0-9AB6-5DC7425B38BF}" srcOrd="0" destOrd="0" presId="urn:microsoft.com/office/officeart/2008/layout/NameandTitleOrganizationalChart"/>
    <dgm:cxn modelId="{A35550B6-F3F3-4FCD-8847-2FFE5E95553B}" srcId="{2A4B3CC5-8EB7-4B1F-8699-8BBAA4FB4C80}" destId="{A145B5F1-B27B-4F9C-ADAA-21A63E61AC22}" srcOrd="5" destOrd="0" parTransId="{BAD1DDE1-39A6-4278-8223-5CB3E5380867}" sibTransId="{5946AE84-8896-4D55-81BE-F67EDC96DECA}"/>
    <dgm:cxn modelId="{8701DAB6-5250-4152-9ED8-0ABCEB0C501A}" type="presOf" srcId="{972EF62F-176D-402F-817D-241CBCBAF09A}" destId="{25F84CD1-EFF6-4366-A404-ECC7B5EBDBA9}" srcOrd="0" destOrd="0" presId="urn:microsoft.com/office/officeart/2008/layout/NameandTitleOrganizationalChart"/>
    <dgm:cxn modelId="{79C396BA-6F67-4A74-940C-4A661CC8F75C}" type="presOf" srcId="{77961548-8482-48F3-9334-C286831D214B}" destId="{A3515A19-ACC2-4315-9C9A-F2CE76CCA211}" srcOrd="0" destOrd="0" presId="urn:microsoft.com/office/officeart/2008/layout/NameandTitleOrganizationalChart"/>
    <dgm:cxn modelId="{FC30D2BE-54D9-4078-B7A1-D19C8B896C23}" type="presOf" srcId="{B6D790F7-AE2F-436D-BFF2-05C50E026A2D}" destId="{17AE684F-8F2E-45FA-8026-D020860AECD7}" srcOrd="0" destOrd="0" presId="urn:microsoft.com/office/officeart/2008/layout/NameandTitleOrganizationalChart"/>
    <dgm:cxn modelId="{B6EC80C1-4C9C-46B6-B532-20095950AC19}" type="presOf" srcId="{A1F028E2-B4F4-485C-ADA4-43F1EB12C3E7}" destId="{6DD151C2-B53C-4B59-BB81-5BEE5BD10FD1}" srcOrd="1" destOrd="0" presId="urn:microsoft.com/office/officeart/2008/layout/NameandTitleOrganizationalChart"/>
    <dgm:cxn modelId="{D8F21DC2-DB03-40D3-9B0C-8CB88FFF6F8F}" srcId="{2A4B3CC5-8EB7-4B1F-8699-8BBAA4FB4C80}" destId="{ADA550F7-533B-4A99-8574-161910E155CA}" srcOrd="3" destOrd="0" parTransId="{F875A758-D46C-495B-A14B-1E158B515D9B}" sibTransId="{77961548-8482-48F3-9334-C286831D214B}"/>
    <dgm:cxn modelId="{E6470FC4-DBDD-4083-9F9E-B0E16C2C6E23}" type="presOf" srcId="{22FD4C23-4F0D-4BA2-82D0-B71AA270CF9A}" destId="{D2FF40D8-CB00-4004-BFF6-01CA07860E75}" srcOrd="0" destOrd="0" presId="urn:microsoft.com/office/officeart/2008/layout/NameandTitleOrganizationalChart"/>
    <dgm:cxn modelId="{CF2EBCC4-5934-43E8-BE26-2D094516E674}" type="presOf" srcId="{E09FAEB7-F737-4D4D-BDDA-C5086A764B74}" destId="{29C96077-5885-4B0F-96B3-853F7093FC8D}" srcOrd="0" destOrd="0" presId="urn:microsoft.com/office/officeart/2008/layout/NameandTitleOrganizationalChart"/>
    <dgm:cxn modelId="{DFBDACC5-E44F-4CFC-87D2-E1AA5965D912}" type="presOf" srcId="{B038A7DE-8BF9-4E8F-B397-CD47CA3715E9}" destId="{58E701E8-D864-4E60-84A3-FC93A46E2041}" srcOrd="0" destOrd="0" presId="urn:microsoft.com/office/officeart/2008/layout/NameandTitleOrganizationalChart"/>
    <dgm:cxn modelId="{D3C0C3C6-1C0A-49B8-A405-220DA707C7DA}" type="presOf" srcId="{CD553917-2A7B-42C2-A2D5-8A96E3095D18}" destId="{35CC6754-86EF-4CE2-B812-A0FB50D8FF84}" srcOrd="0" destOrd="0" presId="urn:microsoft.com/office/officeart/2008/layout/NameandTitleOrganizationalChart"/>
    <dgm:cxn modelId="{6528DCCB-E3F7-4AC8-BFAE-437A8CBED8BF}" type="presOf" srcId="{2A4B3CC5-8EB7-4B1F-8699-8BBAA4FB4C80}" destId="{1095ECDD-B819-4BD4-B483-C1CA1756A627}" srcOrd="1" destOrd="0" presId="urn:microsoft.com/office/officeart/2008/layout/NameandTitleOrganizationalChart"/>
    <dgm:cxn modelId="{F01598CE-AEBE-435C-9032-D5FAEA82E648}" type="presOf" srcId="{A1F028E2-B4F4-485C-ADA4-43F1EB12C3E7}" destId="{50D1DE7F-C6B6-44A6-A4C1-A8F37BED664B}" srcOrd="0" destOrd="0" presId="urn:microsoft.com/office/officeart/2008/layout/NameandTitleOrganizationalChart"/>
    <dgm:cxn modelId="{31D564CF-20D6-417C-A3F7-B0171D7578E5}" type="presOf" srcId="{67A1EDD0-3F40-4DBF-9016-4916E98BADDE}" destId="{26CB31C6-A873-4937-9F6F-E28A1DEDCDD7}" srcOrd="0" destOrd="0" presId="urn:microsoft.com/office/officeart/2008/layout/NameandTitleOrganizationalChart"/>
    <dgm:cxn modelId="{B6507CD1-115C-4925-AE31-832ADDA20629}" type="presOf" srcId="{99BB3020-9D8B-4779-8147-81E443F9F3F4}" destId="{ECDBD984-48B8-4BBC-AB5C-B4F5357B61A4}" srcOrd="0" destOrd="0" presId="urn:microsoft.com/office/officeart/2008/layout/NameandTitleOrganizationalChart"/>
    <dgm:cxn modelId="{8E62D6D1-2EA4-4EA2-A1E6-27DEAC24EA52}" type="presOf" srcId="{203596EA-D1C2-4A47-AAE1-1528F0FB421C}" destId="{A51A6956-C8FE-4E52-A993-7EDC52F72DFF}" srcOrd="1" destOrd="0" presId="urn:microsoft.com/office/officeart/2008/layout/NameandTitleOrganizationalChart"/>
    <dgm:cxn modelId="{A61D03D4-514F-4A13-A853-FAB3C655C49A}" type="presOf" srcId="{5B764FDB-1696-44CF-BF66-D763507A4225}" destId="{6005944A-4317-4FE7-B2D9-6F75520C44BE}" srcOrd="1" destOrd="0" presId="urn:microsoft.com/office/officeart/2008/layout/NameandTitleOrganizationalChart"/>
    <dgm:cxn modelId="{48AFD1DB-5FD5-429E-9FB9-103E9E52B709}" type="presOf" srcId="{A7F233BD-E8B2-40BC-98C7-DF90C756F407}" destId="{0DE26450-FDE1-4E35-9B38-DA6EB3A7A537}" srcOrd="0" destOrd="0" presId="urn:microsoft.com/office/officeart/2008/layout/NameandTitleOrganizationalChart"/>
    <dgm:cxn modelId="{8A2AA8E0-7FEB-4AE3-950B-3B385713D5BB}" type="presOf" srcId="{0F1632CB-0872-4ABE-AEDE-5603E6F67F1E}" destId="{3E85FCC1-6A77-4646-8FCF-D542BCE45B1E}" srcOrd="0" destOrd="0" presId="urn:microsoft.com/office/officeart/2008/layout/NameandTitleOrganizationalChart"/>
    <dgm:cxn modelId="{D20BA8E1-12CF-4463-AA89-F6FD675A385A}" srcId="{9E51F784-4A18-4BB0-BCCF-298AD85C06E3}" destId="{972EF62F-176D-402F-817D-241CBCBAF09A}" srcOrd="1" destOrd="0" parTransId="{67A1EDD0-3F40-4DBF-9016-4916E98BADDE}" sibTransId="{B2DB4417-1635-49E8-A583-7AD8D3148FF8}"/>
    <dgm:cxn modelId="{0982CFE1-FF7A-4BBD-B6E5-6141664E0DDE}" type="presOf" srcId="{5D31450D-29A4-4592-9EFA-D566162B6DAC}" destId="{8FE3C128-BA31-43E3-AC6B-87C0C236ABBC}" srcOrd="1" destOrd="0" presId="urn:microsoft.com/office/officeart/2008/layout/NameandTitleOrganizationalChart"/>
    <dgm:cxn modelId="{BA837AE2-2C27-4446-A1D5-7319040A38AB}" type="presOf" srcId="{4E1D0507-4295-4AB9-81FC-23FA3B74328A}" destId="{C4CB5373-7065-4434-98E3-297C19D243AA}" srcOrd="0" destOrd="0" presId="urn:microsoft.com/office/officeart/2008/layout/NameandTitleOrganizationalChart"/>
    <dgm:cxn modelId="{69DAE2E2-F41B-4F2A-8CD3-04A3D65D92F0}" type="presOf" srcId="{E2401042-0E6A-45A3-9C7B-456E14920880}" destId="{AB21C588-4004-4474-94A2-82AE5F346CB4}" srcOrd="0" destOrd="0" presId="urn:microsoft.com/office/officeart/2008/layout/NameandTitleOrganizationalChart"/>
    <dgm:cxn modelId="{E2A367E3-2C70-40E2-96AE-B16ADA8F0F25}" srcId="{2A4B3CC5-8EB7-4B1F-8699-8BBAA4FB4C80}" destId="{B6D790F7-AE2F-436D-BFF2-05C50E026A2D}" srcOrd="0" destOrd="0" parTransId="{986ADD6E-CA7F-47E2-953D-8F9055DC0E0D}" sibTransId="{28AA4D29-E16D-41A9-8EA4-685A3FB34186}"/>
    <dgm:cxn modelId="{D2E5DDEA-A03C-42CD-99B9-30B04AE67435}" type="presOf" srcId="{1A9191C4-CA6D-4FD3-8099-01C14478B6B1}" destId="{CCC207D6-EFE0-4FA7-90DA-FDA721154564}" srcOrd="0" destOrd="0" presId="urn:microsoft.com/office/officeart/2008/layout/NameandTitleOrganizationalChart"/>
    <dgm:cxn modelId="{E44280EB-33DE-4C89-BB7F-CAA41B29C766}" type="presOf" srcId="{B2DB4417-1635-49E8-A583-7AD8D3148FF8}" destId="{540D86E8-BA1E-4750-A56B-D77B75FA6C46}" srcOrd="0" destOrd="0" presId="urn:microsoft.com/office/officeart/2008/layout/NameandTitleOrganizationalChart"/>
    <dgm:cxn modelId="{05F2C2F3-14FC-44A0-ACD8-A3C43AF5DB67}" type="presOf" srcId="{054BDF87-9DB3-46E6-90ED-EAF5D8C4D563}" destId="{78A93223-E19D-4E75-9A2A-387CBAF9D448}" srcOrd="0" destOrd="0" presId="urn:microsoft.com/office/officeart/2008/layout/NameandTitleOrganizationalChart"/>
    <dgm:cxn modelId="{F05106F7-53FF-4B1E-848D-728AC718DFA0}" type="presOf" srcId="{BAD1DDE1-39A6-4278-8223-5CB3E5380867}" destId="{E455248C-58BB-415E-BB70-F6AF43220103}" srcOrd="0" destOrd="0" presId="urn:microsoft.com/office/officeart/2008/layout/NameandTitleOrganizationalChart"/>
    <dgm:cxn modelId="{AF53FDFE-319A-4F57-846A-3A6A35F34D92}" type="presParOf" srcId="{9AF34D08-1529-42FF-B378-C53B4871BE6B}" destId="{7101D46A-2F09-46A0-9A58-2BC7A41A0D2B}" srcOrd="0" destOrd="0" presId="urn:microsoft.com/office/officeart/2008/layout/NameandTitleOrganizationalChart"/>
    <dgm:cxn modelId="{17294056-67D5-485B-8B15-DE85B9D4A0FE}" type="presParOf" srcId="{7101D46A-2F09-46A0-9A58-2BC7A41A0D2B}" destId="{AD2E86A1-CC47-4DF6-BCB1-6B9D998AC495}" srcOrd="0" destOrd="0" presId="urn:microsoft.com/office/officeart/2008/layout/NameandTitleOrganizationalChart"/>
    <dgm:cxn modelId="{1E819C38-9C29-4D30-BFBA-B62C0C2AC488}" type="presParOf" srcId="{AD2E86A1-CC47-4DF6-BCB1-6B9D998AC495}" destId="{F72F28C2-4761-4EFA-A978-3D990E1BFEFA}" srcOrd="0" destOrd="0" presId="urn:microsoft.com/office/officeart/2008/layout/NameandTitleOrganizationalChart"/>
    <dgm:cxn modelId="{807AF4FF-9DA4-46FF-9312-5F938E2426FC}" type="presParOf" srcId="{AD2E86A1-CC47-4DF6-BCB1-6B9D998AC495}" destId="{ADE343CF-3629-422A-BCF5-F85FCE649D0F}" srcOrd="1" destOrd="0" presId="urn:microsoft.com/office/officeart/2008/layout/NameandTitleOrganizationalChart"/>
    <dgm:cxn modelId="{83007B56-CC12-42D8-B8F0-CAF2DF411E75}" type="presParOf" srcId="{AD2E86A1-CC47-4DF6-BCB1-6B9D998AC495}" destId="{EA236794-56F7-4C39-948B-F6A222905C2F}" srcOrd="2" destOrd="0" presId="urn:microsoft.com/office/officeart/2008/layout/NameandTitleOrganizationalChart"/>
    <dgm:cxn modelId="{F76777CC-EFB3-4FEB-B22E-B92D5FE970CF}" type="presParOf" srcId="{7101D46A-2F09-46A0-9A58-2BC7A41A0D2B}" destId="{36992618-03D3-4D30-8A7F-90C3F957B24D}" srcOrd="1" destOrd="0" presId="urn:microsoft.com/office/officeart/2008/layout/NameandTitleOrganizationalChart"/>
    <dgm:cxn modelId="{99FA2245-4BD6-47A8-8A73-8CE89FDD8FB8}" type="presParOf" srcId="{36992618-03D3-4D30-8A7F-90C3F957B24D}" destId="{78A93223-E19D-4E75-9A2A-387CBAF9D448}" srcOrd="0" destOrd="0" presId="urn:microsoft.com/office/officeart/2008/layout/NameandTitleOrganizationalChart"/>
    <dgm:cxn modelId="{14104BFB-E28A-49F6-866F-80C033ECE05D}" type="presParOf" srcId="{36992618-03D3-4D30-8A7F-90C3F957B24D}" destId="{E2F006E5-8C7C-4878-A547-99E753E3429F}" srcOrd="1" destOrd="0" presId="urn:microsoft.com/office/officeart/2008/layout/NameandTitleOrganizationalChart"/>
    <dgm:cxn modelId="{250E233D-5BBB-49FD-808B-A38232083426}" type="presParOf" srcId="{E2F006E5-8C7C-4878-A547-99E753E3429F}" destId="{EF83D704-41F8-48A5-90CD-AA0CFA059B21}" srcOrd="0" destOrd="0" presId="urn:microsoft.com/office/officeart/2008/layout/NameandTitleOrganizationalChart"/>
    <dgm:cxn modelId="{A53112C4-C37D-4B2D-94D6-885FF0471DDC}" type="presParOf" srcId="{EF83D704-41F8-48A5-90CD-AA0CFA059B21}" destId="{35CC6754-86EF-4CE2-B812-A0FB50D8FF84}" srcOrd="0" destOrd="0" presId="urn:microsoft.com/office/officeart/2008/layout/NameandTitleOrganizationalChart"/>
    <dgm:cxn modelId="{364143F9-2020-4111-B654-E1316C77C700}" type="presParOf" srcId="{EF83D704-41F8-48A5-90CD-AA0CFA059B21}" destId="{C4CB5373-7065-4434-98E3-297C19D243AA}" srcOrd="1" destOrd="0" presId="urn:microsoft.com/office/officeart/2008/layout/NameandTitleOrganizationalChart"/>
    <dgm:cxn modelId="{92556083-42D2-4522-9F64-38BFAF4E94D7}" type="presParOf" srcId="{EF83D704-41F8-48A5-90CD-AA0CFA059B21}" destId="{E2745E7C-9325-4E3D-B809-9AF78585ECFC}" srcOrd="2" destOrd="0" presId="urn:microsoft.com/office/officeart/2008/layout/NameandTitleOrganizationalChart"/>
    <dgm:cxn modelId="{02B92972-A734-40F2-BC6E-D03B0D8CE1EA}" type="presParOf" srcId="{E2F006E5-8C7C-4878-A547-99E753E3429F}" destId="{7B07CDB7-64FD-4D1A-95A8-805AD1CCD5B1}" srcOrd="1" destOrd="0" presId="urn:microsoft.com/office/officeart/2008/layout/NameandTitleOrganizationalChart"/>
    <dgm:cxn modelId="{C7E5E2F4-D741-4C84-B065-427C01B7FCC6}" type="presParOf" srcId="{7B07CDB7-64FD-4D1A-95A8-805AD1CCD5B1}" destId="{CCC207D6-EFE0-4FA7-90DA-FDA721154564}" srcOrd="0" destOrd="0" presId="urn:microsoft.com/office/officeart/2008/layout/NameandTitleOrganizationalChart"/>
    <dgm:cxn modelId="{887B5D86-3794-4EB0-9580-B7CA696BCB3F}" type="presParOf" srcId="{7B07CDB7-64FD-4D1A-95A8-805AD1CCD5B1}" destId="{17D43BA0-8E9D-4D4C-B107-9E2D37B40074}" srcOrd="1" destOrd="0" presId="urn:microsoft.com/office/officeart/2008/layout/NameandTitleOrganizationalChart"/>
    <dgm:cxn modelId="{40559FED-2024-43D6-91A8-AC9907C982E8}" type="presParOf" srcId="{17D43BA0-8E9D-4D4C-B107-9E2D37B40074}" destId="{76170A10-2966-48DD-81F5-897682AE2931}" srcOrd="0" destOrd="0" presId="urn:microsoft.com/office/officeart/2008/layout/NameandTitleOrganizationalChart"/>
    <dgm:cxn modelId="{200C73A3-2D07-49F3-8CFC-CD22CC37D1B6}" type="presParOf" srcId="{76170A10-2966-48DD-81F5-897682AE2931}" destId="{33B0BF6F-573D-48DC-87B5-C857768CB863}" srcOrd="0" destOrd="0" presId="urn:microsoft.com/office/officeart/2008/layout/NameandTitleOrganizationalChart"/>
    <dgm:cxn modelId="{FD517ECD-7E6E-4A81-9AE8-C2323100310F}" type="presParOf" srcId="{76170A10-2966-48DD-81F5-897682AE2931}" destId="{0825A219-20AE-444E-9BDA-4110E640FCDF}" srcOrd="1" destOrd="0" presId="urn:microsoft.com/office/officeart/2008/layout/NameandTitleOrganizationalChart"/>
    <dgm:cxn modelId="{B4760263-609F-4BD4-BCC2-979A3E05C5C8}" type="presParOf" srcId="{76170A10-2966-48DD-81F5-897682AE2931}" destId="{6005944A-4317-4FE7-B2D9-6F75520C44BE}" srcOrd="2" destOrd="0" presId="urn:microsoft.com/office/officeart/2008/layout/NameandTitleOrganizationalChart"/>
    <dgm:cxn modelId="{0ACBA3A2-CB0A-4A10-ABDD-C95799B6E13E}" type="presParOf" srcId="{17D43BA0-8E9D-4D4C-B107-9E2D37B40074}" destId="{F31A7E9A-FBCE-4292-A438-9D8E4E9778EA}" srcOrd="1" destOrd="0" presId="urn:microsoft.com/office/officeart/2008/layout/NameandTitleOrganizationalChart"/>
    <dgm:cxn modelId="{502D7177-5CE3-4BAF-A207-970C52BC50A9}" type="presParOf" srcId="{17D43BA0-8E9D-4D4C-B107-9E2D37B40074}" destId="{9BAEF113-E76F-48DF-A857-B1789150D10C}" srcOrd="2" destOrd="0" presId="urn:microsoft.com/office/officeart/2008/layout/NameandTitleOrganizationalChart"/>
    <dgm:cxn modelId="{0081584D-0453-4225-8F63-183D7F37F3FF}" type="presParOf" srcId="{E2F006E5-8C7C-4878-A547-99E753E3429F}" destId="{E3C1B931-6131-4C3E-8F3F-52C588A603F6}" srcOrd="2" destOrd="0" presId="urn:microsoft.com/office/officeart/2008/layout/NameandTitleOrganizationalChart"/>
    <dgm:cxn modelId="{E5E63CDF-D1DD-4C09-A16B-FE386F0DFEA4}" type="presParOf" srcId="{36992618-03D3-4D30-8A7F-90C3F957B24D}" destId="{26CB31C6-A873-4937-9F6F-E28A1DEDCDD7}" srcOrd="2" destOrd="0" presId="urn:microsoft.com/office/officeart/2008/layout/NameandTitleOrganizationalChart"/>
    <dgm:cxn modelId="{2D5D2083-4F90-438C-8623-061C0A681EE8}" type="presParOf" srcId="{36992618-03D3-4D30-8A7F-90C3F957B24D}" destId="{562FE943-A34B-4769-9FAF-BD1720C1FAF5}" srcOrd="3" destOrd="0" presId="urn:microsoft.com/office/officeart/2008/layout/NameandTitleOrganizationalChart"/>
    <dgm:cxn modelId="{9AFA21A7-612C-43C8-884C-241C7083FD1B}" type="presParOf" srcId="{562FE943-A34B-4769-9FAF-BD1720C1FAF5}" destId="{39390677-92D7-4F05-ACA3-9AA1E7FE3D2A}" srcOrd="0" destOrd="0" presId="urn:microsoft.com/office/officeart/2008/layout/NameandTitleOrganizationalChart"/>
    <dgm:cxn modelId="{779A530B-1D1A-4D2F-9000-F4116C030389}" type="presParOf" srcId="{39390677-92D7-4F05-ACA3-9AA1E7FE3D2A}" destId="{25F84CD1-EFF6-4366-A404-ECC7B5EBDBA9}" srcOrd="0" destOrd="0" presId="urn:microsoft.com/office/officeart/2008/layout/NameandTitleOrganizationalChart"/>
    <dgm:cxn modelId="{DBA65B36-586D-4D4C-B8E3-C5AB4B9CC9B6}" type="presParOf" srcId="{39390677-92D7-4F05-ACA3-9AA1E7FE3D2A}" destId="{540D86E8-BA1E-4750-A56B-D77B75FA6C46}" srcOrd="1" destOrd="0" presId="urn:microsoft.com/office/officeart/2008/layout/NameandTitleOrganizationalChart"/>
    <dgm:cxn modelId="{1C107E9F-8A94-40F3-B2B5-E531447AA68F}" type="presParOf" srcId="{39390677-92D7-4F05-ACA3-9AA1E7FE3D2A}" destId="{1781D0C4-7346-4440-B80A-32B53C204C65}" srcOrd="2" destOrd="0" presId="urn:microsoft.com/office/officeart/2008/layout/NameandTitleOrganizationalChart"/>
    <dgm:cxn modelId="{246AB18B-4BB7-4661-996D-36EAA4280C7E}" type="presParOf" srcId="{562FE943-A34B-4769-9FAF-BD1720C1FAF5}" destId="{C8137D6F-499B-4FA8-9AA2-8B90DC1E38D7}" srcOrd="1" destOrd="0" presId="urn:microsoft.com/office/officeart/2008/layout/NameandTitleOrganizationalChart"/>
    <dgm:cxn modelId="{CE99DCB5-93B8-47B6-9EC2-2E14AFBF35F9}" type="presParOf" srcId="{C8137D6F-499B-4FA8-9AA2-8B90DC1E38D7}" destId="{240F15C5-7F28-4F25-82EF-F73A76B63448}" srcOrd="0" destOrd="0" presId="urn:microsoft.com/office/officeart/2008/layout/NameandTitleOrganizationalChart"/>
    <dgm:cxn modelId="{7962B446-884B-4421-B064-D2CE73F06FA5}" type="presParOf" srcId="{C8137D6F-499B-4FA8-9AA2-8B90DC1E38D7}" destId="{AEAD4070-4285-4B6C-A247-E5557929D9AF}" srcOrd="1" destOrd="0" presId="urn:microsoft.com/office/officeart/2008/layout/NameandTitleOrganizationalChart"/>
    <dgm:cxn modelId="{C10AF941-5773-4EE2-9A03-1739EF05E080}" type="presParOf" srcId="{AEAD4070-4285-4B6C-A247-E5557929D9AF}" destId="{ED011514-492D-473A-BC99-220421D0ED88}" srcOrd="0" destOrd="0" presId="urn:microsoft.com/office/officeart/2008/layout/NameandTitleOrganizationalChart"/>
    <dgm:cxn modelId="{14B683F2-9719-441E-8BE7-539C398F55F9}" type="presParOf" srcId="{ED011514-492D-473A-BC99-220421D0ED88}" destId="{50D1DE7F-C6B6-44A6-A4C1-A8F37BED664B}" srcOrd="0" destOrd="0" presId="urn:microsoft.com/office/officeart/2008/layout/NameandTitleOrganizationalChart"/>
    <dgm:cxn modelId="{E5F51802-ABBA-4FF9-A3AA-D7A966D0C66F}" type="presParOf" srcId="{ED011514-492D-473A-BC99-220421D0ED88}" destId="{5EA7C97C-5F3A-419E-A82B-2FEA7595B9FB}" srcOrd="1" destOrd="0" presId="urn:microsoft.com/office/officeart/2008/layout/NameandTitleOrganizationalChart"/>
    <dgm:cxn modelId="{B692E124-F6F9-4049-BA32-15A3925CBE9B}" type="presParOf" srcId="{ED011514-492D-473A-BC99-220421D0ED88}" destId="{6DD151C2-B53C-4B59-BB81-5BEE5BD10FD1}" srcOrd="2" destOrd="0" presId="urn:microsoft.com/office/officeart/2008/layout/NameandTitleOrganizationalChart"/>
    <dgm:cxn modelId="{45CDA537-8304-4915-81A5-C06C70F3D512}" type="presParOf" srcId="{AEAD4070-4285-4B6C-A247-E5557929D9AF}" destId="{2CFE0C85-AB14-43D1-AF9E-88D8AE66D815}" srcOrd="1" destOrd="0" presId="urn:microsoft.com/office/officeart/2008/layout/NameandTitleOrganizationalChart"/>
    <dgm:cxn modelId="{1BCFAA5B-1A4C-4337-8FF5-8958AF555514}" type="presParOf" srcId="{AEAD4070-4285-4B6C-A247-E5557929D9AF}" destId="{953AABB3-B81A-4FE7-8F9B-D12D73ACB1E6}" srcOrd="2" destOrd="0" presId="urn:microsoft.com/office/officeart/2008/layout/NameandTitleOrganizationalChart"/>
    <dgm:cxn modelId="{3A5446D8-B528-4B82-9A86-69A71B8E7C4F}" type="presParOf" srcId="{C8137D6F-499B-4FA8-9AA2-8B90DC1E38D7}" destId="{1DB72B5E-8780-4B74-8ECE-008A687E44FA}" srcOrd="2" destOrd="0" presId="urn:microsoft.com/office/officeart/2008/layout/NameandTitleOrganizationalChart"/>
    <dgm:cxn modelId="{0E391744-4C8E-428C-983D-BA806BB56D7A}" type="presParOf" srcId="{C8137D6F-499B-4FA8-9AA2-8B90DC1E38D7}" destId="{D4078570-590E-432B-91F4-8DC0A094619C}" srcOrd="3" destOrd="0" presId="urn:microsoft.com/office/officeart/2008/layout/NameandTitleOrganizationalChart"/>
    <dgm:cxn modelId="{7C5DF9C5-9487-496F-A9D7-D13AC3A89452}" type="presParOf" srcId="{D4078570-590E-432B-91F4-8DC0A094619C}" destId="{98F25ADE-716E-4ABF-BC1E-617C0EBDA1E7}" srcOrd="0" destOrd="0" presId="urn:microsoft.com/office/officeart/2008/layout/NameandTitleOrganizationalChart"/>
    <dgm:cxn modelId="{F3DA298C-9153-4363-90A6-BD1E923DBB0E}" type="presParOf" srcId="{98F25ADE-716E-4ABF-BC1E-617C0EBDA1E7}" destId="{3AC250CD-CBEF-4090-AC08-6745EBF9B9E0}" srcOrd="0" destOrd="0" presId="urn:microsoft.com/office/officeart/2008/layout/NameandTitleOrganizationalChart"/>
    <dgm:cxn modelId="{B16AEF17-0E77-4522-929B-8F6CC1D37128}" type="presParOf" srcId="{98F25ADE-716E-4ABF-BC1E-617C0EBDA1E7}" destId="{F4DF8A7E-C59C-44A0-9AB6-5DC7425B38BF}" srcOrd="1" destOrd="0" presId="urn:microsoft.com/office/officeart/2008/layout/NameandTitleOrganizationalChart"/>
    <dgm:cxn modelId="{A91EC0E5-EB01-4621-B82B-5F8022CBB65C}" type="presParOf" srcId="{98F25ADE-716E-4ABF-BC1E-617C0EBDA1E7}" destId="{8FE3C128-BA31-43E3-AC6B-87C0C236ABBC}" srcOrd="2" destOrd="0" presId="urn:microsoft.com/office/officeart/2008/layout/NameandTitleOrganizationalChart"/>
    <dgm:cxn modelId="{9C3E743E-4669-4B40-A49F-2D5EB6C5136C}" type="presParOf" srcId="{D4078570-590E-432B-91F4-8DC0A094619C}" destId="{14B4A43A-D46E-4938-8D43-570C2BD5B737}" srcOrd="1" destOrd="0" presId="urn:microsoft.com/office/officeart/2008/layout/NameandTitleOrganizationalChart"/>
    <dgm:cxn modelId="{49DB5792-FF28-443E-A7AC-1BF38AF91473}" type="presParOf" srcId="{D4078570-590E-432B-91F4-8DC0A094619C}" destId="{1BD94E94-C9E5-4F74-833F-E1E5AF7BD159}" srcOrd="2" destOrd="0" presId="urn:microsoft.com/office/officeart/2008/layout/NameandTitleOrganizationalChart"/>
    <dgm:cxn modelId="{E8E7DA57-6CA7-4E54-87A2-928BE4E63DC2}" type="presParOf" srcId="{562FE943-A34B-4769-9FAF-BD1720C1FAF5}" destId="{EFFA838B-EAB3-43F5-AB5E-D23A35F86D33}" srcOrd="2" destOrd="0" presId="urn:microsoft.com/office/officeart/2008/layout/NameandTitleOrganizationalChart"/>
    <dgm:cxn modelId="{DEDFBB9C-FAB5-41CE-B256-E77A93A9DDC8}" type="presParOf" srcId="{36992618-03D3-4D30-8A7F-90C3F957B24D}" destId="{D220ACB4-FF33-424A-8817-26846DBE9FA5}" srcOrd="4" destOrd="0" presId="urn:microsoft.com/office/officeart/2008/layout/NameandTitleOrganizationalChart"/>
    <dgm:cxn modelId="{AB6E3B64-7FE7-4C86-90F8-1F492834E03F}" type="presParOf" srcId="{36992618-03D3-4D30-8A7F-90C3F957B24D}" destId="{A5E0A34F-5048-4436-9556-FAD7A2035C57}" srcOrd="5" destOrd="0" presId="urn:microsoft.com/office/officeart/2008/layout/NameandTitleOrganizationalChart"/>
    <dgm:cxn modelId="{69FD08D2-4D2C-4878-BE10-D481AE75F64A}" type="presParOf" srcId="{A5E0A34F-5048-4436-9556-FAD7A2035C57}" destId="{D36D290D-171B-4B82-B580-FB1C4524DD3D}" srcOrd="0" destOrd="0" presId="urn:microsoft.com/office/officeart/2008/layout/NameandTitleOrganizationalChart"/>
    <dgm:cxn modelId="{7B1E881C-4E8D-463F-9919-6CA3B221A5E6}" type="presParOf" srcId="{D36D290D-171B-4B82-B580-FB1C4524DD3D}" destId="{6DE798BE-1B93-43D6-80AC-607EC0DF90FD}" srcOrd="0" destOrd="0" presId="urn:microsoft.com/office/officeart/2008/layout/NameandTitleOrganizationalChart"/>
    <dgm:cxn modelId="{71760608-9A80-4FB9-8EC2-91D654EB1EAE}" type="presParOf" srcId="{D36D290D-171B-4B82-B580-FB1C4524DD3D}" destId="{58E701E8-D864-4E60-84A3-FC93A46E2041}" srcOrd="1" destOrd="0" presId="urn:microsoft.com/office/officeart/2008/layout/NameandTitleOrganizationalChart"/>
    <dgm:cxn modelId="{CD597B45-C534-4A32-A348-28BAB3AA4495}" type="presParOf" srcId="{D36D290D-171B-4B82-B580-FB1C4524DD3D}" destId="{1095ECDD-B819-4BD4-B483-C1CA1756A627}" srcOrd="2" destOrd="0" presId="urn:microsoft.com/office/officeart/2008/layout/NameandTitleOrganizationalChart"/>
    <dgm:cxn modelId="{77CB6BDD-71DC-4290-9484-47696FF364EF}" type="presParOf" srcId="{A5E0A34F-5048-4436-9556-FAD7A2035C57}" destId="{25973816-9960-4017-B2D6-6B3DFD48AAB8}" srcOrd="1" destOrd="0" presId="urn:microsoft.com/office/officeart/2008/layout/NameandTitleOrganizationalChart"/>
    <dgm:cxn modelId="{D7E62897-FBBF-4880-B93D-FA44BDE33C28}" type="presParOf" srcId="{25973816-9960-4017-B2D6-6B3DFD48AAB8}" destId="{6AA06D1F-0165-485C-8731-BD9B98BBBA4C}" srcOrd="0" destOrd="0" presId="urn:microsoft.com/office/officeart/2008/layout/NameandTitleOrganizationalChart"/>
    <dgm:cxn modelId="{DB4B3FE4-43CA-4F22-B0CB-D3F0D426DB1E}" type="presParOf" srcId="{25973816-9960-4017-B2D6-6B3DFD48AAB8}" destId="{76035183-C168-4CFE-9531-0B847CE503FD}" srcOrd="1" destOrd="0" presId="urn:microsoft.com/office/officeart/2008/layout/NameandTitleOrganizationalChart"/>
    <dgm:cxn modelId="{B8706C9E-7CA3-4B8A-8FDA-803CD15FC8BF}" type="presParOf" srcId="{76035183-C168-4CFE-9531-0B847CE503FD}" destId="{C17DFB92-764F-4084-A16F-2984F3972BCA}" srcOrd="0" destOrd="0" presId="urn:microsoft.com/office/officeart/2008/layout/NameandTitleOrganizationalChart"/>
    <dgm:cxn modelId="{F949C640-11B6-4039-A7B4-D5B2359224EE}" type="presParOf" srcId="{C17DFB92-764F-4084-A16F-2984F3972BCA}" destId="{17AE684F-8F2E-45FA-8026-D020860AECD7}" srcOrd="0" destOrd="0" presId="urn:microsoft.com/office/officeart/2008/layout/NameandTitleOrganizationalChart"/>
    <dgm:cxn modelId="{09760A1E-7DDD-4A63-8013-E1FB1504A825}" type="presParOf" srcId="{C17DFB92-764F-4084-A16F-2984F3972BCA}" destId="{5CFA8E06-9882-41A6-AA20-6DCD146B274B}" srcOrd="1" destOrd="0" presId="urn:microsoft.com/office/officeart/2008/layout/NameandTitleOrganizationalChart"/>
    <dgm:cxn modelId="{175E2B46-59C0-4AE3-A78F-9034B210AAB5}" type="presParOf" srcId="{C17DFB92-764F-4084-A16F-2984F3972BCA}" destId="{8CF383E4-0C43-447A-BB7C-6F1CD059FCFA}" srcOrd="2" destOrd="0" presId="urn:microsoft.com/office/officeart/2008/layout/NameandTitleOrganizationalChart"/>
    <dgm:cxn modelId="{5B73274F-0F2F-4068-89F5-4B6A2BDDB977}" type="presParOf" srcId="{76035183-C168-4CFE-9531-0B847CE503FD}" destId="{9DEE49BB-2C06-4B05-B92B-92217D046A18}" srcOrd="1" destOrd="0" presId="urn:microsoft.com/office/officeart/2008/layout/NameandTitleOrganizationalChart"/>
    <dgm:cxn modelId="{0C155365-BEDD-49E2-9680-543D885A10F3}" type="presParOf" srcId="{76035183-C168-4CFE-9531-0B847CE503FD}" destId="{D09690F8-D176-4C5B-9F67-8A7A24D449E4}" srcOrd="2" destOrd="0" presId="urn:microsoft.com/office/officeart/2008/layout/NameandTitleOrganizationalChart"/>
    <dgm:cxn modelId="{3B048E51-75AA-40C9-A91D-5C4533F90D71}" type="presParOf" srcId="{25973816-9960-4017-B2D6-6B3DFD48AAB8}" destId="{B0786AAA-87D6-4735-8B08-FAA8B56B3FB7}" srcOrd="2" destOrd="0" presId="urn:microsoft.com/office/officeart/2008/layout/NameandTitleOrganizationalChart"/>
    <dgm:cxn modelId="{B392911D-D8C2-461E-89FD-44F7B4B258E4}" type="presParOf" srcId="{25973816-9960-4017-B2D6-6B3DFD48AAB8}" destId="{EEA0A59E-F4AE-416D-8292-11BC4CF8E46E}" srcOrd="3" destOrd="0" presId="urn:microsoft.com/office/officeart/2008/layout/NameandTitleOrganizationalChart"/>
    <dgm:cxn modelId="{4EA87949-071C-4AEB-84F9-175FFFC639B1}" type="presParOf" srcId="{EEA0A59E-F4AE-416D-8292-11BC4CF8E46E}" destId="{7A53AC67-774B-4150-863E-D2D7FAACCC61}" srcOrd="0" destOrd="0" presId="urn:microsoft.com/office/officeart/2008/layout/NameandTitleOrganizationalChart"/>
    <dgm:cxn modelId="{7EB4CEFC-78AD-4675-B8C0-2C9E7358705D}" type="presParOf" srcId="{7A53AC67-774B-4150-863E-D2D7FAACCC61}" destId="{0DE26450-FDE1-4E35-9B38-DA6EB3A7A537}" srcOrd="0" destOrd="0" presId="urn:microsoft.com/office/officeart/2008/layout/NameandTitleOrganizationalChart"/>
    <dgm:cxn modelId="{45B4A0DD-CE68-4555-8294-6971D2C4808A}" type="presParOf" srcId="{7A53AC67-774B-4150-863E-D2D7FAACCC61}" destId="{797435B3-1A09-4E6D-A404-0640AC7567E6}" srcOrd="1" destOrd="0" presId="urn:microsoft.com/office/officeart/2008/layout/NameandTitleOrganizationalChart"/>
    <dgm:cxn modelId="{3FF9CDC8-6DA9-4EAC-B380-DE021FC3EE7E}" type="presParOf" srcId="{7A53AC67-774B-4150-863E-D2D7FAACCC61}" destId="{DB2F6C5D-1B04-4E27-AA12-372007124AC4}" srcOrd="2" destOrd="0" presId="urn:microsoft.com/office/officeart/2008/layout/NameandTitleOrganizationalChart"/>
    <dgm:cxn modelId="{64FDCEB3-3D38-4916-8DED-1E2BEAC2BDC2}" type="presParOf" srcId="{EEA0A59E-F4AE-416D-8292-11BC4CF8E46E}" destId="{9525FC02-9459-40CC-8790-4A197C6BE3D9}" srcOrd="1" destOrd="0" presId="urn:microsoft.com/office/officeart/2008/layout/NameandTitleOrganizationalChart"/>
    <dgm:cxn modelId="{1503226B-B458-44BF-92AF-004F7F24BE95}" type="presParOf" srcId="{EEA0A59E-F4AE-416D-8292-11BC4CF8E46E}" destId="{26346FB8-F441-4BAF-A8AC-9492E0EABE53}" srcOrd="2" destOrd="0" presId="urn:microsoft.com/office/officeart/2008/layout/NameandTitleOrganizationalChart"/>
    <dgm:cxn modelId="{71AA4176-5424-493A-B917-7D310B7EF42F}" type="presParOf" srcId="{25973816-9960-4017-B2D6-6B3DFD48AAB8}" destId="{F0D31BB3-280B-427A-8194-E27EEBC68D3C}" srcOrd="4" destOrd="0" presId="urn:microsoft.com/office/officeart/2008/layout/NameandTitleOrganizationalChart"/>
    <dgm:cxn modelId="{CA006141-4B20-4051-B190-FC63D69E7D4D}" type="presParOf" srcId="{25973816-9960-4017-B2D6-6B3DFD48AAB8}" destId="{BC4431C6-62BC-4F2C-BEA7-D073CA96DA23}" srcOrd="5" destOrd="0" presId="urn:microsoft.com/office/officeart/2008/layout/NameandTitleOrganizationalChart"/>
    <dgm:cxn modelId="{8D6BAD6C-19D1-4665-8344-03A16B62F863}" type="presParOf" srcId="{BC4431C6-62BC-4F2C-BEA7-D073CA96DA23}" destId="{B54862B1-FF1C-4F3B-B69D-C1DEB246593D}" srcOrd="0" destOrd="0" presId="urn:microsoft.com/office/officeart/2008/layout/NameandTitleOrganizationalChart"/>
    <dgm:cxn modelId="{AE2FFBD0-02F4-4864-9C5A-491C9C43C5A3}" type="presParOf" srcId="{B54862B1-FF1C-4F3B-B69D-C1DEB246593D}" destId="{964E9D7E-8F35-436D-9003-2B8EC502720E}" srcOrd="0" destOrd="0" presId="urn:microsoft.com/office/officeart/2008/layout/NameandTitleOrganizationalChart"/>
    <dgm:cxn modelId="{7B95F467-4488-4600-9975-C7F5EDB24F00}" type="presParOf" srcId="{B54862B1-FF1C-4F3B-B69D-C1DEB246593D}" destId="{AB21C588-4004-4474-94A2-82AE5F346CB4}" srcOrd="1" destOrd="0" presId="urn:microsoft.com/office/officeart/2008/layout/NameandTitleOrganizationalChart"/>
    <dgm:cxn modelId="{90B6F531-23BF-40E7-A786-6537A75568A7}" type="presParOf" srcId="{B54862B1-FF1C-4F3B-B69D-C1DEB246593D}" destId="{A51A6956-C8FE-4E52-A993-7EDC52F72DFF}" srcOrd="2" destOrd="0" presId="urn:microsoft.com/office/officeart/2008/layout/NameandTitleOrganizationalChart"/>
    <dgm:cxn modelId="{51DBC1FE-80CF-4E31-8F26-F1782CA39F98}" type="presParOf" srcId="{BC4431C6-62BC-4F2C-BEA7-D073CA96DA23}" destId="{F6097E30-2D3B-4EC8-9CF6-9095FB77A270}" srcOrd="1" destOrd="0" presId="urn:microsoft.com/office/officeart/2008/layout/NameandTitleOrganizationalChart"/>
    <dgm:cxn modelId="{C7DCB5D3-7FDC-4A12-9795-5700010FE3FA}" type="presParOf" srcId="{BC4431C6-62BC-4F2C-BEA7-D073CA96DA23}" destId="{224955B0-CACE-4A46-B996-958E5B0A02AB}" srcOrd="2" destOrd="0" presId="urn:microsoft.com/office/officeart/2008/layout/NameandTitleOrganizationalChart"/>
    <dgm:cxn modelId="{D9978EF6-8D5D-431B-8945-878B13537A6C}" type="presParOf" srcId="{25973816-9960-4017-B2D6-6B3DFD48AAB8}" destId="{C296CBB2-F036-4674-BA59-129D3252F6DE}" srcOrd="6" destOrd="0" presId="urn:microsoft.com/office/officeart/2008/layout/NameandTitleOrganizationalChart"/>
    <dgm:cxn modelId="{6BCF820E-0153-4984-8369-3D33E5C82427}" type="presParOf" srcId="{25973816-9960-4017-B2D6-6B3DFD48AAB8}" destId="{DEDE6B07-8CF3-4041-9B0C-DAFD24DF8543}" srcOrd="7" destOrd="0" presId="urn:microsoft.com/office/officeart/2008/layout/NameandTitleOrganizationalChart"/>
    <dgm:cxn modelId="{89F6D536-C464-4226-B295-03BB16F49713}" type="presParOf" srcId="{DEDE6B07-8CF3-4041-9B0C-DAFD24DF8543}" destId="{42D5C6B4-B074-4745-8541-43F60EAA6B1B}" srcOrd="0" destOrd="0" presId="urn:microsoft.com/office/officeart/2008/layout/NameandTitleOrganizationalChart"/>
    <dgm:cxn modelId="{721BEC00-16B8-410F-99AE-89E9E70DBBA1}" type="presParOf" srcId="{42D5C6B4-B074-4745-8541-43F60EAA6B1B}" destId="{8DA4F95D-10FB-4AA0-945C-AB8E23233469}" srcOrd="0" destOrd="0" presId="urn:microsoft.com/office/officeart/2008/layout/NameandTitleOrganizationalChart"/>
    <dgm:cxn modelId="{7FB883EC-7A83-4388-9647-7E6FC2385DB4}" type="presParOf" srcId="{42D5C6B4-B074-4745-8541-43F60EAA6B1B}" destId="{A3515A19-ACC2-4315-9C9A-F2CE76CCA211}" srcOrd="1" destOrd="0" presId="urn:microsoft.com/office/officeart/2008/layout/NameandTitleOrganizationalChart"/>
    <dgm:cxn modelId="{6C1AD5D1-56A3-4392-89B7-BCC3FAAACEBF}" type="presParOf" srcId="{42D5C6B4-B074-4745-8541-43F60EAA6B1B}" destId="{3B844BEB-6D32-4886-955F-B0EEEBCBC410}" srcOrd="2" destOrd="0" presId="urn:microsoft.com/office/officeart/2008/layout/NameandTitleOrganizationalChart"/>
    <dgm:cxn modelId="{4A54983A-C610-4F64-92DC-0A5446BE2D6E}" type="presParOf" srcId="{DEDE6B07-8CF3-4041-9B0C-DAFD24DF8543}" destId="{A6E74BDB-3866-453F-95E1-F7C3F52BE2B3}" srcOrd="1" destOrd="0" presId="urn:microsoft.com/office/officeart/2008/layout/NameandTitleOrganizationalChart"/>
    <dgm:cxn modelId="{71AB0671-79B5-4F8B-ADDE-B43888F52028}" type="presParOf" srcId="{DEDE6B07-8CF3-4041-9B0C-DAFD24DF8543}" destId="{5351CED2-C8B9-4710-AC51-AC960D05E687}" srcOrd="2" destOrd="0" presId="urn:microsoft.com/office/officeart/2008/layout/NameandTitleOrganizationalChart"/>
    <dgm:cxn modelId="{4F877639-2D67-42B8-99D0-61D1D6254BEA}" type="presParOf" srcId="{25973816-9960-4017-B2D6-6B3DFD48AAB8}" destId="{29C96077-5885-4B0F-96B3-853F7093FC8D}" srcOrd="8" destOrd="0" presId="urn:microsoft.com/office/officeart/2008/layout/NameandTitleOrganizationalChart"/>
    <dgm:cxn modelId="{26ECE478-D47B-47A2-96AC-3637AE1B331A}" type="presParOf" srcId="{25973816-9960-4017-B2D6-6B3DFD48AAB8}" destId="{77393062-2C19-40C6-84EF-DA1E5656D98C}" srcOrd="9" destOrd="0" presId="urn:microsoft.com/office/officeart/2008/layout/NameandTitleOrganizationalChart"/>
    <dgm:cxn modelId="{F342DF8C-858E-49AB-999E-EEFACDDAAEF3}" type="presParOf" srcId="{77393062-2C19-40C6-84EF-DA1E5656D98C}" destId="{3C66BC00-5292-4250-A493-76490270D59B}" srcOrd="0" destOrd="0" presId="urn:microsoft.com/office/officeart/2008/layout/NameandTitleOrganizationalChart"/>
    <dgm:cxn modelId="{4CB33EE6-444B-4993-8357-71E2C7F335F1}" type="presParOf" srcId="{3C66BC00-5292-4250-A493-76490270D59B}" destId="{54673F30-83D0-4DC1-B0F3-31695209BD3A}" srcOrd="0" destOrd="0" presId="urn:microsoft.com/office/officeart/2008/layout/NameandTitleOrganizationalChart"/>
    <dgm:cxn modelId="{18B03624-5EF3-4402-B08F-02EF7CC41307}" type="presParOf" srcId="{3C66BC00-5292-4250-A493-76490270D59B}" destId="{C43186B6-15EA-480D-8392-BD4C4212316D}" srcOrd="1" destOrd="0" presId="urn:microsoft.com/office/officeart/2008/layout/NameandTitleOrganizationalChart"/>
    <dgm:cxn modelId="{8ED65F26-7282-4677-A699-F30D991C4D7D}" type="presParOf" srcId="{3C66BC00-5292-4250-A493-76490270D59B}" destId="{9B99AA63-68CE-47F6-AFDD-283FE26FE603}" srcOrd="2" destOrd="0" presId="urn:microsoft.com/office/officeart/2008/layout/NameandTitleOrganizationalChart"/>
    <dgm:cxn modelId="{4C9E7251-DC52-408F-A68E-EFD022A395E2}" type="presParOf" srcId="{77393062-2C19-40C6-84EF-DA1E5656D98C}" destId="{00E05780-6EAC-471C-8972-2FE11E8E5990}" srcOrd="1" destOrd="0" presId="urn:microsoft.com/office/officeart/2008/layout/NameandTitleOrganizationalChart"/>
    <dgm:cxn modelId="{92C9FA03-C015-420D-887B-925477149B45}" type="presParOf" srcId="{77393062-2C19-40C6-84EF-DA1E5656D98C}" destId="{CA156046-8A3A-4E5A-BDFD-214695151DF0}" srcOrd="2" destOrd="0" presId="urn:microsoft.com/office/officeart/2008/layout/NameandTitleOrganizationalChart"/>
    <dgm:cxn modelId="{67C7030C-4431-42E0-89D9-AB6533125808}" type="presParOf" srcId="{25973816-9960-4017-B2D6-6B3DFD48AAB8}" destId="{E455248C-58BB-415E-BB70-F6AF43220103}" srcOrd="10" destOrd="0" presId="urn:microsoft.com/office/officeart/2008/layout/NameandTitleOrganizationalChart"/>
    <dgm:cxn modelId="{AE9119D4-167E-4C71-8C6C-22157DA66239}" type="presParOf" srcId="{25973816-9960-4017-B2D6-6B3DFD48AAB8}" destId="{9319DF95-08B1-4583-9401-1830DE553171}" srcOrd="11" destOrd="0" presId="urn:microsoft.com/office/officeart/2008/layout/NameandTitleOrganizationalChart"/>
    <dgm:cxn modelId="{1C876F46-ECD2-434D-B3CB-DB7A532543A7}" type="presParOf" srcId="{9319DF95-08B1-4583-9401-1830DE553171}" destId="{B738680D-57AC-4192-857F-FACE1796EF5B}" srcOrd="0" destOrd="0" presId="urn:microsoft.com/office/officeart/2008/layout/NameandTitleOrganizationalChart"/>
    <dgm:cxn modelId="{FF47D98B-87A3-42CA-9833-C8DF95A3C5E0}" type="presParOf" srcId="{B738680D-57AC-4192-857F-FACE1796EF5B}" destId="{591A2A78-C3DD-482A-A389-E29F2664A084}" srcOrd="0" destOrd="0" presId="urn:microsoft.com/office/officeart/2008/layout/NameandTitleOrganizationalChart"/>
    <dgm:cxn modelId="{F66A103D-CB6B-4207-BA9D-E0A9804B9EB2}" type="presParOf" srcId="{B738680D-57AC-4192-857F-FACE1796EF5B}" destId="{26A6C998-0C87-44CD-B9C2-4AC08609CCA7}" srcOrd="1" destOrd="0" presId="urn:microsoft.com/office/officeart/2008/layout/NameandTitleOrganizationalChart"/>
    <dgm:cxn modelId="{AC934A06-6345-48FF-8A59-65E326FDAA4C}" type="presParOf" srcId="{B738680D-57AC-4192-857F-FACE1796EF5B}" destId="{6D2BC86B-69C6-4FDA-B9A7-83EDBAC0B33F}" srcOrd="2" destOrd="0" presId="urn:microsoft.com/office/officeart/2008/layout/NameandTitleOrganizationalChart"/>
    <dgm:cxn modelId="{F3396E02-852A-4D69-A4E5-612F2B0BDCFE}" type="presParOf" srcId="{9319DF95-08B1-4583-9401-1830DE553171}" destId="{A5579F17-8C20-4072-8D37-6DB72CDA69C4}" srcOrd="1" destOrd="0" presId="urn:microsoft.com/office/officeart/2008/layout/NameandTitleOrganizationalChart"/>
    <dgm:cxn modelId="{40F9A1FA-E4BE-40DC-8BF9-A24B55360431}" type="presParOf" srcId="{9319DF95-08B1-4583-9401-1830DE553171}" destId="{EAE829AF-358E-4071-8254-C825EDF5B871}" srcOrd="2" destOrd="0" presId="urn:microsoft.com/office/officeart/2008/layout/NameandTitleOrganizationalChart"/>
    <dgm:cxn modelId="{A214FEF5-F6B2-41F2-B00B-581D777F9D6B}" type="presParOf" srcId="{25973816-9960-4017-B2D6-6B3DFD48AAB8}" destId="{3E85FCC1-6A77-4646-8FCF-D542BCE45B1E}" srcOrd="12" destOrd="0" presId="urn:microsoft.com/office/officeart/2008/layout/NameandTitleOrganizationalChart"/>
    <dgm:cxn modelId="{B9E56869-BBA3-49AF-94E8-15EB96156E8B}" type="presParOf" srcId="{25973816-9960-4017-B2D6-6B3DFD48AAB8}" destId="{95BF0E03-A6C6-49F9-8FD0-8D082D06DFA9}" srcOrd="13" destOrd="0" presId="urn:microsoft.com/office/officeart/2008/layout/NameandTitleOrganizationalChart"/>
    <dgm:cxn modelId="{2084E22A-8828-465F-92DA-F1D96D9C011E}" type="presParOf" srcId="{95BF0E03-A6C6-49F9-8FD0-8D082D06DFA9}" destId="{AD6E7BC0-1733-4C0A-91D5-1FDFF92AC7E3}" srcOrd="0" destOrd="0" presId="urn:microsoft.com/office/officeart/2008/layout/NameandTitleOrganizationalChart"/>
    <dgm:cxn modelId="{EA9E8699-16D1-4B03-BFCB-A316B89B16D7}" type="presParOf" srcId="{AD6E7BC0-1733-4C0A-91D5-1FDFF92AC7E3}" destId="{F45E0FE4-EF8F-439B-956B-2AE0C6402903}" srcOrd="0" destOrd="0" presId="urn:microsoft.com/office/officeart/2008/layout/NameandTitleOrganizationalChart"/>
    <dgm:cxn modelId="{9E8B51F3-FC6D-4B61-A3F7-3FF0BEDC1937}" type="presParOf" srcId="{AD6E7BC0-1733-4C0A-91D5-1FDFF92AC7E3}" destId="{D2FF40D8-CB00-4004-BFF6-01CA07860E75}" srcOrd="1" destOrd="0" presId="urn:microsoft.com/office/officeart/2008/layout/NameandTitleOrganizationalChart"/>
    <dgm:cxn modelId="{85E24DAA-5F01-4C9E-B5AB-9EE1ACCA6B54}" type="presParOf" srcId="{AD6E7BC0-1733-4C0A-91D5-1FDFF92AC7E3}" destId="{68F64CE1-0A98-42C6-9FE3-F36923F5AA93}" srcOrd="2" destOrd="0" presId="urn:microsoft.com/office/officeart/2008/layout/NameandTitleOrganizationalChart"/>
    <dgm:cxn modelId="{EAC0F028-1F45-453A-9918-A3782F8D5B4A}" type="presParOf" srcId="{95BF0E03-A6C6-49F9-8FD0-8D082D06DFA9}" destId="{F76D1557-1D83-4392-90FC-F458A1A959F7}" srcOrd="1" destOrd="0" presId="urn:microsoft.com/office/officeart/2008/layout/NameandTitleOrganizationalChart"/>
    <dgm:cxn modelId="{85ED648E-0AAF-44D1-90B7-4F96FB91B5CA}" type="presParOf" srcId="{95BF0E03-A6C6-49F9-8FD0-8D082D06DFA9}" destId="{D8E436CA-E718-4409-9AC0-76558B5772D1}" srcOrd="2" destOrd="0" presId="urn:microsoft.com/office/officeart/2008/layout/NameandTitleOrganizationalChart"/>
    <dgm:cxn modelId="{2E3EAF64-F71F-455B-ABEC-B061B8F76397}" type="presParOf" srcId="{25973816-9960-4017-B2D6-6B3DFD48AAB8}" destId="{73F69409-AD4B-478A-9544-D679294D832B}" srcOrd="14" destOrd="0" presId="urn:microsoft.com/office/officeart/2008/layout/NameandTitleOrganizationalChart"/>
    <dgm:cxn modelId="{D942B108-D05D-4953-A5B0-D0F926998788}" type="presParOf" srcId="{25973816-9960-4017-B2D6-6B3DFD48AAB8}" destId="{A7F2BA3F-DE77-4702-B59A-B0B113C33A18}" srcOrd="15" destOrd="0" presId="urn:microsoft.com/office/officeart/2008/layout/NameandTitleOrganizationalChart"/>
    <dgm:cxn modelId="{A2C1783F-D28A-4010-8324-CA6790B3EC08}" type="presParOf" srcId="{A7F2BA3F-DE77-4702-B59A-B0B113C33A18}" destId="{5B1D9984-F807-4164-BAC0-D40A26CA9FCA}" srcOrd="0" destOrd="0" presId="urn:microsoft.com/office/officeart/2008/layout/NameandTitleOrganizationalChart"/>
    <dgm:cxn modelId="{5CFB914B-42ED-417A-AEFC-99A6D7717738}" type="presParOf" srcId="{5B1D9984-F807-4164-BAC0-D40A26CA9FCA}" destId="{ECDBD984-48B8-4BBC-AB5C-B4F5357B61A4}" srcOrd="0" destOrd="0" presId="urn:microsoft.com/office/officeart/2008/layout/NameandTitleOrganizationalChart"/>
    <dgm:cxn modelId="{E298DD0A-BB09-4493-8733-C82E6EB24898}" type="presParOf" srcId="{5B1D9984-F807-4164-BAC0-D40A26CA9FCA}" destId="{234200CF-F0FF-4104-AC33-88C0ACDD2E2C}" srcOrd="1" destOrd="0" presId="urn:microsoft.com/office/officeart/2008/layout/NameandTitleOrganizationalChart"/>
    <dgm:cxn modelId="{DA5AE2B8-8E54-468B-B188-9B9DD120B258}" type="presParOf" srcId="{5B1D9984-F807-4164-BAC0-D40A26CA9FCA}" destId="{ACA96735-9B59-4E4E-A3EF-988588EA44D8}" srcOrd="2" destOrd="0" presId="urn:microsoft.com/office/officeart/2008/layout/NameandTitleOrganizationalChart"/>
    <dgm:cxn modelId="{95EBE682-C0F6-420D-904B-0CBCF618C4A0}" type="presParOf" srcId="{A7F2BA3F-DE77-4702-B59A-B0B113C33A18}" destId="{4EFB387A-648B-4D2F-B1B3-F737FE16EB91}" srcOrd="1" destOrd="0" presId="urn:microsoft.com/office/officeart/2008/layout/NameandTitleOrganizationalChart"/>
    <dgm:cxn modelId="{D685D054-AC99-4483-AD98-5A7D35223968}" type="presParOf" srcId="{A7F2BA3F-DE77-4702-B59A-B0B113C33A18}" destId="{9561CC8A-ED3E-4AE7-B1F4-469BFABA0312}" srcOrd="2" destOrd="0" presId="urn:microsoft.com/office/officeart/2008/layout/NameandTitleOrganizationalChart"/>
    <dgm:cxn modelId="{80E38BD1-C43A-4DE4-89B7-43832EDB790F}" type="presParOf" srcId="{A5E0A34F-5048-4436-9556-FAD7A2035C57}" destId="{C1A5221A-AA53-4BB3-AA78-2DCF9A14D2E4}" srcOrd="2" destOrd="0" presId="urn:microsoft.com/office/officeart/2008/layout/NameandTitleOrganizationalChart"/>
    <dgm:cxn modelId="{47AE7C98-BA9B-4582-923C-0EBC97305EA1}" type="presParOf" srcId="{7101D46A-2F09-46A0-9A58-2BC7A41A0D2B}" destId="{6680D1A4-3DDC-41A6-8EBD-B0CD6BB459C1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F69409-AD4B-478A-9544-D679294D832B}">
      <dsp:nvSpPr>
        <dsp:cNvPr id="0" name=""/>
        <dsp:cNvSpPr/>
      </dsp:nvSpPr>
      <dsp:spPr>
        <a:xfrm>
          <a:off x="6003902" y="1735060"/>
          <a:ext cx="3011294" cy="1918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366"/>
              </a:lnTo>
              <a:lnTo>
                <a:pt x="3011294" y="114366"/>
              </a:lnTo>
              <a:lnTo>
                <a:pt x="3011294" y="191841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85FCC1-6A77-4646-8FCF-D542BCE45B1E}">
      <dsp:nvSpPr>
        <dsp:cNvPr id="0" name=""/>
        <dsp:cNvSpPr/>
      </dsp:nvSpPr>
      <dsp:spPr>
        <a:xfrm>
          <a:off x="6003902" y="1735060"/>
          <a:ext cx="2150924" cy="1918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366"/>
              </a:lnTo>
              <a:lnTo>
                <a:pt x="2150924" y="114366"/>
              </a:lnTo>
              <a:lnTo>
                <a:pt x="2150924" y="191841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55248C-58BB-415E-BB70-F6AF43220103}">
      <dsp:nvSpPr>
        <dsp:cNvPr id="0" name=""/>
        <dsp:cNvSpPr/>
      </dsp:nvSpPr>
      <dsp:spPr>
        <a:xfrm>
          <a:off x="6003902" y="1735060"/>
          <a:ext cx="1290554" cy="1918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366"/>
              </a:lnTo>
              <a:lnTo>
                <a:pt x="1290554" y="114366"/>
              </a:lnTo>
              <a:lnTo>
                <a:pt x="1290554" y="191841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C96077-5885-4B0F-96B3-853F7093FC8D}">
      <dsp:nvSpPr>
        <dsp:cNvPr id="0" name=""/>
        <dsp:cNvSpPr/>
      </dsp:nvSpPr>
      <dsp:spPr>
        <a:xfrm>
          <a:off x="6003902" y="1735060"/>
          <a:ext cx="430184" cy="1918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366"/>
              </a:lnTo>
              <a:lnTo>
                <a:pt x="430184" y="114366"/>
              </a:lnTo>
              <a:lnTo>
                <a:pt x="430184" y="191841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96CBB2-F036-4674-BA59-129D3252F6DE}">
      <dsp:nvSpPr>
        <dsp:cNvPr id="0" name=""/>
        <dsp:cNvSpPr/>
      </dsp:nvSpPr>
      <dsp:spPr>
        <a:xfrm>
          <a:off x="5573717" y="1735060"/>
          <a:ext cx="430184" cy="191841"/>
        </a:xfrm>
        <a:custGeom>
          <a:avLst/>
          <a:gdLst/>
          <a:ahLst/>
          <a:cxnLst/>
          <a:rect l="0" t="0" r="0" b="0"/>
          <a:pathLst>
            <a:path>
              <a:moveTo>
                <a:pt x="430184" y="0"/>
              </a:moveTo>
              <a:lnTo>
                <a:pt x="430184" y="114366"/>
              </a:lnTo>
              <a:lnTo>
                <a:pt x="0" y="114366"/>
              </a:lnTo>
              <a:lnTo>
                <a:pt x="0" y="191841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D31BB3-280B-427A-8194-E27EEBC68D3C}">
      <dsp:nvSpPr>
        <dsp:cNvPr id="0" name=""/>
        <dsp:cNvSpPr/>
      </dsp:nvSpPr>
      <dsp:spPr>
        <a:xfrm>
          <a:off x="4713347" y="1735060"/>
          <a:ext cx="1290554" cy="191841"/>
        </a:xfrm>
        <a:custGeom>
          <a:avLst/>
          <a:gdLst/>
          <a:ahLst/>
          <a:cxnLst/>
          <a:rect l="0" t="0" r="0" b="0"/>
          <a:pathLst>
            <a:path>
              <a:moveTo>
                <a:pt x="1290554" y="0"/>
              </a:moveTo>
              <a:lnTo>
                <a:pt x="1290554" y="114366"/>
              </a:lnTo>
              <a:lnTo>
                <a:pt x="0" y="114366"/>
              </a:lnTo>
              <a:lnTo>
                <a:pt x="0" y="191841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786AAA-87D6-4735-8B08-FAA8B56B3FB7}">
      <dsp:nvSpPr>
        <dsp:cNvPr id="0" name=""/>
        <dsp:cNvSpPr/>
      </dsp:nvSpPr>
      <dsp:spPr>
        <a:xfrm>
          <a:off x="3852978" y="1735060"/>
          <a:ext cx="2150924" cy="191841"/>
        </a:xfrm>
        <a:custGeom>
          <a:avLst/>
          <a:gdLst/>
          <a:ahLst/>
          <a:cxnLst/>
          <a:rect l="0" t="0" r="0" b="0"/>
          <a:pathLst>
            <a:path>
              <a:moveTo>
                <a:pt x="2150924" y="0"/>
              </a:moveTo>
              <a:lnTo>
                <a:pt x="2150924" y="114366"/>
              </a:lnTo>
              <a:lnTo>
                <a:pt x="0" y="114366"/>
              </a:lnTo>
              <a:lnTo>
                <a:pt x="0" y="191841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A06D1F-0165-485C-8731-BD9B98BBBA4C}">
      <dsp:nvSpPr>
        <dsp:cNvPr id="0" name=""/>
        <dsp:cNvSpPr/>
      </dsp:nvSpPr>
      <dsp:spPr>
        <a:xfrm>
          <a:off x="2992608" y="1735060"/>
          <a:ext cx="3011294" cy="191841"/>
        </a:xfrm>
        <a:custGeom>
          <a:avLst/>
          <a:gdLst/>
          <a:ahLst/>
          <a:cxnLst/>
          <a:rect l="0" t="0" r="0" b="0"/>
          <a:pathLst>
            <a:path>
              <a:moveTo>
                <a:pt x="3011294" y="0"/>
              </a:moveTo>
              <a:lnTo>
                <a:pt x="3011294" y="114366"/>
              </a:lnTo>
              <a:lnTo>
                <a:pt x="0" y="114366"/>
              </a:lnTo>
              <a:lnTo>
                <a:pt x="0" y="191841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20ACB4-FF33-424A-8817-26846DBE9FA5}">
      <dsp:nvSpPr>
        <dsp:cNvPr id="0" name=""/>
        <dsp:cNvSpPr/>
      </dsp:nvSpPr>
      <dsp:spPr>
        <a:xfrm>
          <a:off x="3207700" y="1211186"/>
          <a:ext cx="2796201" cy="1918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366"/>
              </a:lnTo>
              <a:lnTo>
                <a:pt x="2796201" y="114366"/>
              </a:lnTo>
              <a:lnTo>
                <a:pt x="2796201" y="191841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B72B5E-8780-4B74-8ECE-008A687E44FA}">
      <dsp:nvSpPr>
        <dsp:cNvPr id="0" name=""/>
        <dsp:cNvSpPr/>
      </dsp:nvSpPr>
      <dsp:spPr>
        <a:xfrm>
          <a:off x="1702053" y="1735060"/>
          <a:ext cx="430184" cy="1918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366"/>
              </a:lnTo>
              <a:lnTo>
                <a:pt x="430184" y="114366"/>
              </a:lnTo>
              <a:lnTo>
                <a:pt x="430184" y="191841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0F15C5-7F28-4F25-82EF-F73A76B63448}">
      <dsp:nvSpPr>
        <dsp:cNvPr id="0" name=""/>
        <dsp:cNvSpPr/>
      </dsp:nvSpPr>
      <dsp:spPr>
        <a:xfrm>
          <a:off x="1271868" y="1735060"/>
          <a:ext cx="430184" cy="191841"/>
        </a:xfrm>
        <a:custGeom>
          <a:avLst/>
          <a:gdLst/>
          <a:ahLst/>
          <a:cxnLst/>
          <a:rect l="0" t="0" r="0" b="0"/>
          <a:pathLst>
            <a:path>
              <a:moveTo>
                <a:pt x="430184" y="0"/>
              </a:moveTo>
              <a:lnTo>
                <a:pt x="430184" y="114366"/>
              </a:lnTo>
              <a:lnTo>
                <a:pt x="0" y="114366"/>
              </a:lnTo>
              <a:lnTo>
                <a:pt x="0" y="191841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CB31C6-A873-4937-9F6F-E28A1DEDCDD7}">
      <dsp:nvSpPr>
        <dsp:cNvPr id="0" name=""/>
        <dsp:cNvSpPr/>
      </dsp:nvSpPr>
      <dsp:spPr>
        <a:xfrm>
          <a:off x="1702053" y="1211186"/>
          <a:ext cx="1505647" cy="191841"/>
        </a:xfrm>
        <a:custGeom>
          <a:avLst/>
          <a:gdLst/>
          <a:ahLst/>
          <a:cxnLst/>
          <a:rect l="0" t="0" r="0" b="0"/>
          <a:pathLst>
            <a:path>
              <a:moveTo>
                <a:pt x="1505647" y="0"/>
              </a:moveTo>
              <a:lnTo>
                <a:pt x="1505647" y="114366"/>
              </a:lnTo>
              <a:lnTo>
                <a:pt x="0" y="114366"/>
              </a:lnTo>
              <a:lnTo>
                <a:pt x="0" y="191841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C207D6-EFE0-4FA7-90DA-FDA721154564}">
      <dsp:nvSpPr>
        <dsp:cNvPr id="0" name=""/>
        <dsp:cNvSpPr/>
      </dsp:nvSpPr>
      <dsp:spPr>
        <a:xfrm>
          <a:off x="365778" y="1735060"/>
          <a:ext cx="91440" cy="19184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1841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A93223-E19D-4E75-9A2A-387CBAF9D448}">
      <dsp:nvSpPr>
        <dsp:cNvPr id="0" name=""/>
        <dsp:cNvSpPr/>
      </dsp:nvSpPr>
      <dsp:spPr>
        <a:xfrm>
          <a:off x="411498" y="1211186"/>
          <a:ext cx="2796201" cy="191841"/>
        </a:xfrm>
        <a:custGeom>
          <a:avLst/>
          <a:gdLst/>
          <a:ahLst/>
          <a:cxnLst/>
          <a:rect l="0" t="0" r="0" b="0"/>
          <a:pathLst>
            <a:path>
              <a:moveTo>
                <a:pt x="2796201" y="0"/>
              </a:moveTo>
              <a:lnTo>
                <a:pt x="2796201" y="114366"/>
              </a:lnTo>
              <a:lnTo>
                <a:pt x="0" y="114366"/>
              </a:lnTo>
              <a:lnTo>
                <a:pt x="0" y="191841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2F28C2-4761-4EFA-A978-3D990E1BFEFA}">
      <dsp:nvSpPr>
        <dsp:cNvPr id="0" name=""/>
        <dsp:cNvSpPr/>
      </dsp:nvSpPr>
      <dsp:spPr>
        <a:xfrm>
          <a:off x="2887054" y="879154"/>
          <a:ext cx="641292" cy="33203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6853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Enrique Resina</a:t>
          </a:r>
        </a:p>
      </dsp:txBody>
      <dsp:txXfrm>
        <a:off x="2887054" y="879154"/>
        <a:ext cx="641292" cy="332032"/>
      </dsp:txXfrm>
    </dsp:sp>
    <dsp:sp modelId="{ADE343CF-3629-422A-BCF5-F85FCE649D0F}">
      <dsp:nvSpPr>
        <dsp:cNvPr id="0" name=""/>
        <dsp:cNvSpPr/>
      </dsp:nvSpPr>
      <dsp:spPr>
        <a:xfrm>
          <a:off x="3015313" y="1137401"/>
          <a:ext cx="577162" cy="110677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4445" rIns="17780" bIns="4445" numCol="1" spcCol="1270" anchor="ctr" anchorCtr="0">
          <a:noAutofit/>
        </a:bodyPr>
        <a:lstStyle/>
        <a:p>
          <a:pPr marL="0" lvl="0" indent="0" algn="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3015313" y="1137401"/>
        <a:ext cx="577162" cy="110677"/>
      </dsp:txXfrm>
    </dsp:sp>
    <dsp:sp modelId="{35CC6754-86EF-4CE2-B812-A0FB50D8FF84}">
      <dsp:nvSpPr>
        <dsp:cNvPr id="0" name=""/>
        <dsp:cNvSpPr/>
      </dsp:nvSpPr>
      <dsp:spPr>
        <a:xfrm>
          <a:off x="90852" y="1403027"/>
          <a:ext cx="641292" cy="33203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6853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Cyber / LISO</a:t>
          </a:r>
        </a:p>
      </dsp:txBody>
      <dsp:txXfrm>
        <a:off x="90852" y="1403027"/>
        <a:ext cx="641292" cy="332032"/>
      </dsp:txXfrm>
    </dsp:sp>
    <dsp:sp modelId="{C4CB5373-7065-4434-98E3-297C19D243AA}">
      <dsp:nvSpPr>
        <dsp:cNvPr id="0" name=""/>
        <dsp:cNvSpPr/>
      </dsp:nvSpPr>
      <dsp:spPr>
        <a:xfrm>
          <a:off x="219111" y="1661275"/>
          <a:ext cx="577162" cy="110677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4445" rIns="17780" bIns="4445" numCol="1" spcCol="1270" anchor="ctr" anchorCtr="0">
          <a:noAutofit/>
        </a:bodyPr>
        <a:lstStyle/>
        <a:p>
          <a:pPr marL="0" lvl="0" indent="0" algn="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219111" y="1661275"/>
        <a:ext cx="577162" cy="110677"/>
      </dsp:txXfrm>
    </dsp:sp>
    <dsp:sp modelId="{33B0BF6F-573D-48DC-87B5-C857768CB863}">
      <dsp:nvSpPr>
        <dsp:cNvPr id="0" name=""/>
        <dsp:cNvSpPr/>
      </dsp:nvSpPr>
      <dsp:spPr>
        <a:xfrm>
          <a:off x="90852" y="1926901"/>
          <a:ext cx="641292" cy="33203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6853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Reinaldo Figueroa</a:t>
          </a:r>
        </a:p>
      </dsp:txBody>
      <dsp:txXfrm>
        <a:off x="90852" y="1926901"/>
        <a:ext cx="641292" cy="332032"/>
      </dsp:txXfrm>
    </dsp:sp>
    <dsp:sp modelId="{0825A219-20AE-444E-9BDA-4110E640FCDF}">
      <dsp:nvSpPr>
        <dsp:cNvPr id="0" name=""/>
        <dsp:cNvSpPr/>
      </dsp:nvSpPr>
      <dsp:spPr>
        <a:xfrm>
          <a:off x="219111" y="2185149"/>
          <a:ext cx="577162" cy="110677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4445" rIns="17780" bIns="4445" numCol="1" spcCol="1270" anchor="ctr" anchorCtr="0">
          <a:noAutofit/>
        </a:bodyPr>
        <a:lstStyle/>
        <a:p>
          <a:pPr marL="0" lvl="0" indent="0" algn="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219111" y="2185149"/>
        <a:ext cx="577162" cy="110677"/>
      </dsp:txXfrm>
    </dsp:sp>
    <dsp:sp modelId="{25F84CD1-EFF6-4366-A404-ECC7B5EBDBA9}">
      <dsp:nvSpPr>
        <dsp:cNvPr id="0" name=""/>
        <dsp:cNvSpPr/>
      </dsp:nvSpPr>
      <dsp:spPr>
        <a:xfrm>
          <a:off x="1381407" y="1403027"/>
          <a:ext cx="641292" cy="33203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6853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Infrastructure Services</a:t>
          </a:r>
        </a:p>
      </dsp:txBody>
      <dsp:txXfrm>
        <a:off x="1381407" y="1403027"/>
        <a:ext cx="641292" cy="332032"/>
      </dsp:txXfrm>
    </dsp:sp>
    <dsp:sp modelId="{540D86E8-BA1E-4750-A56B-D77B75FA6C46}">
      <dsp:nvSpPr>
        <dsp:cNvPr id="0" name=""/>
        <dsp:cNvSpPr/>
      </dsp:nvSpPr>
      <dsp:spPr>
        <a:xfrm>
          <a:off x="1509665" y="1661275"/>
          <a:ext cx="577162" cy="110677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4445" rIns="17780" bIns="4445" numCol="1" spcCol="1270" anchor="ctr" anchorCtr="0">
          <a:noAutofit/>
        </a:bodyPr>
        <a:lstStyle/>
        <a:p>
          <a:pPr marL="0" lvl="0" indent="0" algn="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509665" y="1661275"/>
        <a:ext cx="577162" cy="110677"/>
      </dsp:txXfrm>
    </dsp:sp>
    <dsp:sp modelId="{50D1DE7F-C6B6-44A6-A4C1-A8F37BED664B}">
      <dsp:nvSpPr>
        <dsp:cNvPr id="0" name=""/>
        <dsp:cNvSpPr/>
      </dsp:nvSpPr>
      <dsp:spPr>
        <a:xfrm>
          <a:off x="951222" y="1926901"/>
          <a:ext cx="641292" cy="33203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6853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Reinaldo Figueroa</a:t>
          </a:r>
        </a:p>
      </dsp:txBody>
      <dsp:txXfrm>
        <a:off x="951222" y="1926901"/>
        <a:ext cx="641292" cy="332032"/>
      </dsp:txXfrm>
    </dsp:sp>
    <dsp:sp modelId="{5EA7C97C-5F3A-419E-A82B-2FEA7595B9FB}">
      <dsp:nvSpPr>
        <dsp:cNvPr id="0" name=""/>
        <dsp:cNvSpPr/>
      </dsp:nvSpPr>
      <dsp:spPr>
        <a:xfrm>
          <a:off x="1079481" y="2185149"/>
          <a:ext cx="577162" cy="110677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4445" rIns="17780" bIns="4445" numCol="1" spcCol="1270" anchor="ctr" anchorCtr="0">
          <a:noAutofit/>
        </a:bodyPr>
        <a:lstStyle/>
        <a:p>
          <a:pPr marL="0" lvl="0" indent="0" algn="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079481" y="2185149"/>
        <a:ext cx="577162" cy="110677"/>
      </dsp:txXfrm>
    </dsp:sp>
    <dsp:sp modelId="{3AC250CD-CBEF-4090-AC08-6745EBF9B9E0}">
      <dsp:nvSpPr>
        <dsp:cNvPr id="0" name=""/>
        <dsp:cNvSpPr/>
      </dsp:nvSpPr>
      <dsp:spPr>
        <a:xfrm>
          <a:off x="1811592" y="1926901"/>
          <a:ext cx="641292" cy="33203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6853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err="1"/>
            <a:t>Wahib</a:t>
          </a:r>
          <a:r>
            <a:rPr lang="en-US" sz="700" kern="1200"/>
            <a:t> </a:t>
          </a:r>
          <a:r>
            <a:rPr lang="en-US" sz="700" kern="1200" err="1"/>
            <a:t>Bohsain</a:t>
          </a:r>
          <a:endParaRPr lang="en-US" sz="700" kern="1200"/>
        </a:p>
      </dsp:txBody>
      <dsp:txXfrm>
        <a:off x="1811592" y="1926901"/>
        <a:ext cx="641292" cy="332032"/>
      </dsp:txXfrm>
    </dsp:sp>
    <dsp:sp modelId="{F4DF8A7E-C59C-44A0-9AB6-5DC7425B38BF}">
      <dsp:nvSpPr>
        <dsp:cNvPr id="0" name=""/>
        <dsp:cNvSpPr/>
      </dsp:nvSpPr>
      <dsp:spPr>
        <a:xfrm>
          <a:off x="1939850" y="2185149"/>
          <a:ext cx="577162" cy="110677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4445" rIns="17780" bIns="4445" numCol="1" spcCol="1270" anchor="ctr" anchorCtr="0">
          <a:noAutofit/>
        </a:bodyPr>
        <a:lstStyle/>
        <a:p>
          <a:pPr marL="0" lvl="0" indent="0" algn="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939850" y="2185149"/>
        <a:ext cx="577162" cy="110677"/>
      </dsp:txXfrm>
    </dsp:sp>
    <dsp:sp modelId="{6DE798BE-1B93-43D6-80AC-607EC0DF90FD}">
      <dsp:nvSpPr>
        <dsp:cNvPr id="0" name=""/>
        <dsp:cNvSpPr/>
      </dsp:nvSpPr>
      <dsp:spPr>
        <a:xfrm>
          <a:off x="5683256" y="1403027"/>
          <a:ext cx="641292" cy="33203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6853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End User Services</a:t>
          </a:r>
        </a:p>
      </dsp:txBody>
      <dsp:txXfrm>
        <a:off x="5683256" y="1403027"/>
        <a:ext cx="641292" cy="332032"/>
      </dsp:txXfrm>
    </dsp:sp>
    <dsp:sp modelId="{58E701E8-D864-4E60-84A3-FC93A46E2041}">
      <dsp:nvSpPr>
        <dsp:cNvPr id="0" name=""/>
        <dsp:cNvSpPr/>
      </dsp:nvSpPr>
      <dsp:spPr>
        <a:xfrm>
          <a:off x="5811515" y="1661275"/>
          <a:ext cx="577162" cy="110677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4445" rIns="17780" bIns="4445" numCol="1" spcCol="1270" anchor="ctr" anchorCtr="0">
          <a:noAutofit/>
        </a:bodyPr>
        <a:lstStyle/>
        <a:p>
          <a:pPr marL="0" lvl="0" indent="0" algn="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5811515" y="1661275"/>
        <a:ext cx="577162" cy="110677"/>
      </dsp:txXfrm>
    </dsp:sp>
    <dsp:sp modelId="{17AE684F-8F2E-45FA-8026-D020860AECD7}">
      <dsp:nvSpPr>
        <dsp:cNvPr id="0" name=""/>
        <dsp:cNvSpPr/>
      </dsp:nvSpPr>
      <dsp:spPr>
        <a:xfrm>
          <a:off x="2671962" y="1926901"/>
          <a:ext cx="641292" cy="33203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6853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Juan Diaz</a:t>
          </a:r>
        </a:p>
      </dsp:txBody>
      <dsp:txXfrm>
        <a:off x="2671962" y="1926901"/>
        <a:ext cx="641292" cy="332032"/>
      </dsp:txXfrm>
    </dsp:sp>
    <dsp:sp modelId="{5CFA8E06-9882-41A6-AA20-6DCD146B274B}">
      <dsp:nvSpPr>
        <dsp:cNvPr id="0" name=""/>
        <dsp:cNvSpPr/>
      </dsp:nvSpPr>
      <dsp:spPr>
        <a:xfrm>
          <a:off x="2800220" y="2185149"/>
          <a:ext cx="577162" cy="110677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4445" rIns="17780" bIns="4445" numCol="1" spcCol="1270" anchor="ctr" anchorCtr="0">
          <a:noAutofit/>
        </a:bodyPr>
        <a:lstStyle/>
        <a:p>
          <a:pPr marL="0" lvl="0" indent="0" algn="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2800220" y="2185149"/>
        <a:ext cx="577162" cy="110677"/>
      </dsp:txXfrm>
    </dsp:sp>
    <dsp:sp modelId="{0DE26450-FDE1-4E35-9B38-DA6EB3A7A537}">
      <dsp:nvSpPr>
        <dsp:cNvPr id="0" name=""/>
        <dsp:cNvSpPr/>
      </dsp:nvSpPr>
      <dsp:spPr>
        <a:xfrm>
          <a:off x="3532332" y="1926901"/>
          <a:ext cx="641292" cy="33203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6853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Sierra Khosla</a:t>
          </a:r>
        </a:p>
      </dsp:txBody>
      <dsp:txXfrm>
        <a:off x="3532332" y="1926901"/>
        <a:ext cx="641292" cy="332032"/>
      </dsp:txXfrm>
    </dsp:sp>
    <dsp:sp modelId="{797435B3-1A09-4E6D-A404-0640AC7567E6}">
      <dsp:nvSpPr>
        <dsp:cNvPr id="0" name=""/>
        <dsp:cNvSpPr/>
      </dsp:nvSpPr>
      <dsp:spPr>
        <a:xfrm>
          <a:off x="3660590" y="2185149"/>
          <a:ext cx="577162" cy="110677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4445" rIns="17780" bIns="4445" numCol="1" spcCol="1270" anchor="ctr" anchorCtr="0">
          <a:noAutofit/>
        </a:bodyPr>
        <a:lstStyle/>
        <a:p>
          <a:pPr marL="0" lvl="0" indent="0" algn="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3660590" y="2185149"/>
        <a:ext cx="577162" cy="110677"/>
      </dsp:txXfrm>
    </dsp:sp>
    <dsp:sp modelId="{964E9D7E-8F35-436D-9003-2B8EC502720E}">
      <dsp:nvSpPr>
        <dsp:cNvPr id="0" name=""/>
        <dsp:cNvSpPr/>
      </dsp:nvSpPr>
      <dsp:spPr>
        <a:xfrm>
          <a:off x="4392701" y="1926901"/>
          <a:ext cx="641292" cy="33203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6853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Henry Mclauglin (LCG)</a:t>
          </a:r>
        </a:p>
      </dsp:txBody>
      <dsp:txXfrm>
        <a:off x="4392701" y="1926901"/>
        <a:ext cx="641292" cy="332032"/>
      </dsp:txXfrm>
    </dsp:sp>
    <dsp:sp modelId="{AB21C588-4004-4474-94A2-82AE5F346CB4}">
      <dsp:nvSpPr>
        <dsp:cNvPr id="0" name=""/>
        <dsp:cNvSpPr/>
      </dsp:nvSpPr>
      <dsp:spPr>
        <a:xfrm>
          <a:off x="4520960" y="2185149"/>
          <a:ext cx="577162" cy="110677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4445" rIns="17780" bIns="4445" numCol="1" spcCol="1270" anchor="ctr" anchorCtr="0">
          <a:noAutofit/>
        </a:bodyPr>
        <a:lstStyle/>
        <a:p>
          <a:pPr marL="0" lvl="0" indent="0" algn="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520960" y="2185149"/>
        <a:ext cx="577162" cy="110677"/>
      </dsp:txXfrm>
    </dsp:sp>
    <dsp:sp modelId="{8DA4F95D-10FB-4AA0-945C-AB8E23233469}">
      <dsp:nvSpPr>
        <dsp:cNvPr id="0" name=""/>
        <dsp:cNvSpPr/>
      </dsp:nvSpPr>
      <dsp:spPr>
        <a:xfrm>
          <a:off x="5253071" y="1926901"/>
          <a:ext cx="641292" cy="33203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6853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Chris White (MBU)</a:t>
          </a:r>
        </a:p>
      </dsp:txBody>
      <dsp:txXfrm>
        <a:off x="5253071" y="1926901"/>
        <a:ext cx="641292" cy="332032"/>
      </dsp:txXfrm>
    </dsp:sp>
    <dsp:sp modelId="{A3515A19-ACC2-4315-9C9A-F2CE76CCA211}">
      <dsp:nvSpPr>
        <dsp:cNvPr id="0" name=""/>
        <dsp:cNvSpPr/>
      </dsp:nvSpPr>
      <dsp:spPr>
        <a:xfrm>
          <a:off x="5381330" y="2185149"/>
          <a:ext cx="577162" cy="110677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4445" rIns="17780" bIns="4445" numCol="1" spcCol="1270" anchor="ctr" anchorCtr="0">
          <a:noAutofit/>
        </a:bodyPr>
        <a:lstStyle/>
        <a:p>
          <a:pPr marL="0" lvl="0" indent="0" algn="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5381330" y="2185149"/>
        <a:ext cx="577162" cy="110677"/>
      </dsp:txXfrm>
    </dsp:sp>
    <dsp:sp modelId="{54673F30-83D0-4DC1-B0F3-31695209BD3A}">
      <dsp:nvSpPr>
        <dsp:cNvPr id="0" name=""/>
        <dsp:cNvSpPr/>
      </dsp:nvSpPr>
      <dsp:spPr>
        <a:xfrm>
          <a:off x="6113441" y="1926901"/>
          <a:ext cx="641292" cy="33203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6853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Travis McGee (EFBU)</a:t>
          </a:r>
        </a:p>
      </dsp:txBody>
      <dsp:txXfrm>
        <a:off x="6113441" y="1926901"/>
        <a:ext cx="641292" cy="332032"/>
      </dsp:txXfrm>
    </dsp:sp>
    <dsp:sp modelId="{C43186B6-15EA-480D-8392-BD4C4212316D}">
      <dsp:nvSpPr>
        <dsp:cNvPr id="0" name=""/>
        <dsp:cNvSpPr/>
      </dsp:nvSpPr>
      <dsp:spPr>
        <a:xfrm>
          <a:off x="6241699" y="2185149"/>
          <a:ext cx="577162" cy="110677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4445" rIns="17780" bIns="4445" numCol="1" spcCol="1270" anchor="ctr" anchorCtr="0">
          <a:noAutofit/>
        </a:bodyPr>
        <a:lstStyle/>
        <a:p>
          <a:pPr marL="0" lvl="0" indent="0" algn="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6241699" y="2185149"/>
        <a:ext cx="577162" cy="110677"/>
      </dsp:txXfrm>
    </dsp:sp>
    <dsp:sp modelId="{591A2A78-C3DD-482A-A389-E29F2664A084}">
      <dsp:nvSpPr>
        <dsp:cNvPr id="0" name=""/>
        <dsp:cNvSpPr/>
      </dsp:nvSpPr>
      <dsp:spPr>
        <a:xfrm>
          <a:off x="6973811" y="1926901"/>
          <a:ext cx="641292" cy="33203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6853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Miguel Ramirez</a:t>
          </a:r>
        </a:p>
      </dsp:txBody>
      <dsp:txXfrm>
        <a:off x="6973811" y="1926901"/>
        <a:ext cx="641292" cy="332032"/>
      </dsp:txXfrm>
    </dsp:sp>
    <dsp:sp modelId="{26A6C998-0C87-44CD-B9C2-4AC08609CCA7}">
      <dsp:nvSpPr>
        <dsp:cNvPr id="0" name=""/>
        <dsp:cNvSpPr/>
      </dsp:nvSpPr>
      <dsp:spPr>
        <a:xfrm>
          <a:off x="7102069" y="2185149"/>
          <a:ext cx="577162" cy="110677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4445" rIns="17780" bIns="4445" numCol="1" spcCol="1270" anchor="ctr" anchorCtr="0">
          <a:noAutofit/>
        </a:bodyPr>
        <a:lstStyle/>
        <a:p>
          <a:pPr marL="0" lvl="0" indent="0" algn="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7102069" y="2185149"/>
        <a:ext cx="577162" cy="110677"/>
      </dsp:txXfrm>
    </dsp:sp>
    <dsp:sp modelId="{F45E0FE4-EF8F-439B-956B-2AE0C6402903}">
      <dsp:nvSpPr>
        <dsp:cNvPr id="0" name=""/>
        <dsp:cNvSpPr/>
      </dsp:nvSpPr>
      <dsp:spPr>
        <a:xfrm>
          <a:off x="7834181" y="1926901"/>
          <a:ext cx="641292" cy="33203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6853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Roberto Zepeda</a:t>
          </a:r>
        </a:p>
      </dsp:txBody>
      <dsp:txXfrm>
        <a:off x="7834181" y="1926901"/>
        <a:ext cx="641292" cy="332032"/>
      </dsp:txXfrm>
    </dsp:sp>
    <dsp:sp modelId="{D2FF40D8-CB00-4004-BFF6-01CA07860E75}">
      <dsp:nvSpPr>
        <dsp:cNvPr id="0" name=""/>
        <dsp:cNvSpPr/>
      </dsp:nvSpPr>
      <dsp:spPr>
        <a:xfrm>
          <a:off x="7962439" y="2185149"/>
          <a:ext cx="577162" cy="110677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4445" rIns="17780" bIns="4445" numCol="1" spcCol="1270" anchor="ctr" anchorCtr="0">
          <a:noAutofit/>
        </a:bodyPr>
        <a:lstStyle/>
        <a:p>
          <a:pPr marL="0" lvl="0" indent="0" algn="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7962439" y="2185149"/>
        <a:ext cx="577162" cy="110677"/>
      </dsp:txXfrm>
    </dsp:sp>
    <dsp:sp modelId="{ECDBD984-48B8-4BBC-AB5C-B4F5357B61A4}">
      <dsp:nvSpPr>
        <dsp:cNvPr id="0" name=""/>
        <dsp:cNvSpPr/>
      </dsp:nvSpPr>
      <dsp:spPr>
        <a:xfrm>
          <a:off x="8694550" y="1926901"/>
          <a:ext cx="641292" cy="33203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6853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Anthony Agostini</a:t>
          </a:r>
        </a:p>
      </dsp:txBody>
      <dsp:txXfrm>
        <a:off x="8694550" y="1926901"/>
        <a:ext cx="641292" cy="332032"/>
      </dsp:txXfrm>
    </dsp:sp>
    <dsp:sp modelId="{234200CF-F0FF-4104-AC33-88C0ACDD2E2C}">
      <dsp:nvSpPr>
        <dsp:cNvPr id="0" name=""/>
        <dsp:cNvSpPr/>
      </dsp:nvSpPr>
      <dsp:spPr>
        <a:xfrm>
          <a:off x="8822809" y="2185149"/>
          <a:ext cx="577162" cy="110677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4445" rIns="17780" bIns="4445" numCol="1" spcCol="1270" anchor="ctr" anchorCtr="0">
          <a:noAutofit/>
        </a:bodyPr>
        <a:lstStyle/>
        <a:p>
          <a:pPr marL="0" lvl="0" indent="0" algn="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8822809" y="2185149"/>
        <a:ext cx="577162" cy="1106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675BF4-A528-4DAD-9073-98B421F3E54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3747C-4919-4960-A898-5892462C7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68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CBBDF-AF34-CA2A-2A40-5E7D309FC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901CB0F-8354-AE24-CF2D-0E9BE070B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5339BF2-24B8-6DCD-97E6-20EF9FB08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rgbClr val="FF0000"/>
                </a:solidFill>
                <a:highlight>
                  <a:srgbClr val="FFFF00"/>
                </a:highlight>
              </a:rPr>
              <a:t>Please add LISO/CYBER responsibility to the chart, it is a key area and it needs to be highlighted</a:t>
            </a:r>
          </a:p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EDFDDF-3554-3274-7A6F-401C149EB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E83DFE-F8CD-244A-BA6C-9A8D42571171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7856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81017-A593-8ECB-B02F-428DA39DA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202E7C-B052-C4CA-6C4C-4193B77C1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91E24F-D64D-C348-BCB5-83CA32D40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C8A85-EE12-36B8-55B0-39B7078F9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3747C-4919-4960-A898-5892462C73E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793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3747C-4919-4960-A898-5892462C73E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673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3747C-4919-4960-A898-5892462C73E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59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Please add a communication map for all USA location, indicating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bandwith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, carrier, etc.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3747C-4919-4960-A898-5892462C73E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157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1198F-B96F-48C7-B41F-B9B7D3B3BEE5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6442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2546C-9F72-7B25-1456-066DBB91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D09C61-5E1C-D93B-5533-1210B502C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02C841-A8E2-60B9-5F15-E10C640971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Please add a reason for the mobility line incremental, it was for increase in onboarding? D&amp;C campaign? What was the root cause?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Please add a reference number for past years, like 2024 to have a baseline for comparison purposes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2C473-CEF6-67B9-3670-96C9D45E18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1198F-B96F-48C7-B41F-B9B7D3B3BEE5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9913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E83DFE-F8CD-244A-BA6C-9A8D42571171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2256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  <a:highlight>
                  <a:srgbClr val="FFFF00"/>
                </a:highlight>
              </a:rPr>
              <a:t>Please complete the project roadmap with the list of projects w e have in the portfolio and add any other </a:t>
            </a:r>
          </a:p>
          <a:p>
            <a:r>
              <a:rPr lang="en-US">
                <a:solidFill>
                  <a:srgbClr val="FF0000"/>
                </a:solidFill>
                <a:highlight>
                  <a:srgbClr val="FFFF00"/>
                </a:highlight>
              </a:rPr>
              <a:t>LISO/CYBER project we are supporting or we will be supporting this year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3747C-4919-4960-A898-5892462C73E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899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A4ED5-FD68-8779-00E8-6C9FCC58EB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855818-E757-75F3-F449-F859C430A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7F1AF-1139-FF4C-7263-5DC04916D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35B9A-B360-4848-A410-0B5C0448C4B3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C3001-C8A0-51A7-CA60-72366823A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DA68D-9B35-4A33-25B9-2EB601621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AEEB7-E476-4A92-A823-E255CAB8E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467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ABDC0-1AC3-D906-EA6A-56B99873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FB83E-E166-088C-3AC0-156FC245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C0F3E-F052-1381-AF7F-4C8FFB5A7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35B9A-B360-4848-A410-0B5C0448C4B3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BB6EE-B5C8-73FA-98B7-C44C84159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789CF-C0AD-0567-7C41-1F23F1D2C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AEEB7-E476-4A92-A823-E255CAB8E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825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CF269-CB29-C988-1A91-D3FD02FD3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01B9F-A177-493F-D7B4-0E614576E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A83F4-99F8-61C6-980E-95120B1B3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35B9A-B360-4848-A410-0B5C0448C4B3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A764B-FDD6-1D6E-AC6F-4B8BCD775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5B983-C125-6136-7E92-36716DAA9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AEEB7-E476-4A92-A823-E255CAB8E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24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8AB74-5209-28AC-77D4-30AEE0773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0854C-A52F-9906-518F-3208C4C38E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8D4A84-D45C-9168-3344-31569C2ED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B3AA2-8F61-E0AB-0579-101BF1F33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35B9A-B360-4848-A410-0B5C0448C4B3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F623F-93BF-B368-B782-2D6B4FF4A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E0AFD-8E96-7E2D-6775-A8640FE72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AEEB7-E476-4A92-A823-E255CAB8E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2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916-F76B-B3B6-3811-B6B0FE6B0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2A465-1898-DCD4-8010-3C010D3FD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968FC-22D4-1A25-5850-312C1F549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885560-9195-B85E-EA0D-2A06FC37CF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34F2BF-9960-4248-61FC-3078454EC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94D595-4EE3-E6C1-99C6-A36FA55BE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35B9A-B360-4848-A410-0B5C0448C4B3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94F1D3-A726-5EB4-3488-C6B4F9C0E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2531DF-DC5A-741B-DAF3-EA9FD8CF6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AEEB7-E476-4A92-A823-E255CAB8E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27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7DDFD-4062-FEA4-29F8-AFCAA04EA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76A45-F0FA-1A82-8163-B7A62EBD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35B9A-B360-4848-A410-0B5C0448C4B3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438E95-F8F9-F908-9F09-4A800F42C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78EB3E-E611-0458-A15A-5BEC5FA65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AEEB7-E476-4A92-A823-E255CAB8E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78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1830B-4096-C580-2F5A-503629081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35B9A-B360-4848-A410-0B5C0448C4B3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181DA1-D70C-0D2C-7DCA-957C1B006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DCF95-80D3-4644-4362-B53DA157C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AEEB7-E476-4A92-A823-E255CAB8E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165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F3836-199A-CE10-6F6D-DF2E1D047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AF43F-25FF-788F-38BD-CC4537F20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DD4CE3-30B2-AA47-D0B6-9E97C797A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48067-31DE-467D-FB04-8EC94B1B3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35B9A-B360-4848-A410-0B5C0448C4B3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BEEE9-7522-1E00-5C15-2CBAE4D3F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36F221-06B9-046D-BC65-2B727EEB2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AEEB7-E476-4A92-A823-E255CAB8E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80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69DF-B9AE-640F-A030-9460FC95A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A2B41-A91F-A1D3-4B31-241B8E552F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D59130-82EF-1FD3-563A-68224BD84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2B2BA-0284-F2D2-534C-1FAE11F0F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35B9A-B360-4848-A410-0B5C0448C4B3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5BD35-B8B6-AFA4-6AB7-8109E8B6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4D70C-945B-39B8-95D4-3B79B7601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AEEB7-E476-4A92-A823-E255CAB8E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53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DCF18-7475-41A8-6A5B-CDB540C0A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2798C2-475A-001C-932D-53020E9499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C0CCD-FEAD-430A-9EE2-6CEA6271E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35B9A-B360-4848-A410-0B5C0448C4B3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05110-66FD-4A23-D54F-253245D99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AF337-43F1-968D-6E1F-C588AC1DA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AEEB7-E476-4A92-A823-E255CAB8E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679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A8420F-FFD8-A57B-2B69-E05356097F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EF3E2B-A7E9-4DF3-8A78-D3A1058682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85F74-DF9C-234E-9D5E-53C9B9656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35B9A-B360-4848-A410-0B5C0448C4B3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72D25-DEDB-7D81-66D8-898134DC0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BFEBB-7D90-23F6-2CAA-43C10835F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AEEB7-E476-4A92-A823-E255CAB8E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308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ntos en cuatro secci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5">
            <a:extLst>
              <a:ext uri="{FF2B5EF4-FFF2-40B4-BE49-F238E27FC236}">
                <a16:creationId xmlns:a16="http://schemas.microsoft.com/office/drawing/2014/main" id="{727BC741-0059-628A-DA63-7A05ED6B46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9346" y="416838"/>
            <a:ext cx="5464855" cy="468085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800" b="0" i="0">
                <a:solidFill>
                  <a:schemeClr val="tx1"/>
                </a:solidFill>
                <a:latin typeface="Sole Repsol Display Medium" panose="020B0604020204020204" pitchFamily="34" charset="0"/>
                <a:cs typeface="Sole Repsol Display Medium" panose="020B0604020204020204" pitchFamily="34" charset="0"/>
              </a:defRPr>
            </a:lvl1pPr>
            <a:lvl2pPr marL="457200" indent="0">
              <a:buNone/>
              <a:defRPr sz="2100" b="0" i="0">
                <a:solidFill>
                  <a:schemeClr val="accent6"/>
                </a:solidFill>
                <a:latin typeface="Sole Repsol Display" panose="020B0604020204020204" pitchFamily="34" charset="0"/>
                <a:cs typeface="Sole Repsol Display" panose="020B0604020204020204" pitchFamily="34" charset="0"/>
              </a:defRPr>
            </a:lvl2pPr>
            <a:lvl3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3pPr>
            <a:lvl4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4pPr>
            <a:lvl5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5pPr>
          </a:lstStyle>
          <a:p>
            <a:pPr lvl="0"/>
            <a:r>
              <a:rPr lang="es-ES"/>
              <a:t>Puntos en cuatro secciones</a:t>
            </a:r>
          </a:p>
        </p:txBody>
      </p:sp>
      <p:sp>
        <p:nvSpPr>
          <p:cNvPr id="4" name="Marcador de texto 5">
            <a:extLst>
              <a:ext uri="{FF2B5EF4-FFF2-40B4-BE49-F238E27FC236}">
                <a16:creationId xmlns:a16="http://schemas.microsoft.com/office/drawing/2014/main" id="{95F741B6-7609-9C20-3B9F-9CEF0B89F0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988" y="884923"/>
            <a:ext cx="5472112" cy="226377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="0" i="0">
                <a:solidFill>
                  <a:schemeClr val="accent6"/>
                </a:solidFill>
                <a:latin typeface="Sole Repsol Display" panose="020B0604020204020204" pitchFamily="34" charset="0"/>
                <a:cs typeface="Sole Repsol Display" panose="020B0604020204020204" pitchFamily="34" charset="0"/>
              </a:defRPr>
            </a:lvl1pPr>
            <a:lvl2pPr marL="457200" indent="0">
              <a:buNone/>
              <a:defRPr sz="2100" b="0" i="0">
                <a:solidFill>
                  <a:schemeClr val="accent6"/>
                </a:solidFill>
                <a:latin typeface="Sole Repsol Display" panose="020B0604020204020204" pitchFamily="34" charset="0"/>
                <a:cs typeface="Sole Repsol Display" panose="020B0604020204020204" pitchFamily="34" charset="0"/>
              </a:defRPr>
            </a:lvl2pPr>
            <a:lvl3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3pPr>
            <a:lvl4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4pPr>
            <a:lvl5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5pPr>
          </a:lstStyle>
          <a:p>
            <a:pPr lvl="0"/>
            <a:r>
              <a:rPr lang="es-ES"/>
              <a:t>Subtítulo</a:t>
            </a:r>
          </a:p>
        </p:txBody>
      </p:sp>
      <p:sp>
        <p:nvSpPr>
          <p:cNvPr id="5" name="Marcador de texto 5">
            <a:extLst>
              <a:ext uri="{FF2B5EF4-FFF2-40B4-BE49-F238E27FC236}">
                <a16:creationId xmlns:a16="http://schemas.microsoft.com/office/drawing/2014/main" id="{703365CC-8A49-0C28-AD5A-ED7958E722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00263" y="1710849"/>
            <a:ext cx="2952750" cy="560951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700" b="0" i="0">
                <a:solidFill>
                  <a:schemeClr val="tx1"/>
                </a:solidFill>
                <a:latin typeface="Sole Repsol Display Medium" panose="020B0604020204020204" pitchFamily="34" charset="0"/>
                <a:cs typeface="Sole Repsol Display Medium" panose="020B0604020204020204" pitchFamily="34" charset="0"/>
              </a:defRPr>
            </a:lvl1pPr>
            <a:lvl2pPr marL="457200" indent="0">
              <a:buNone/>
              <a:defRPr sz="2100" b="0" i="0">
                <a:solidFill>
                  <a:schemeClr val="accent6"/>
                </a:solidFill>
                <a:latin typeface="Sole Repsol Display" panose="020B0604020204020204" pitchFamily="34" charset="0"/>
                <a:cs typeface="Sole Repsol Display" panose="020B0604020204020204" pitchFamily="34" charset="0"/>
              </a:defRPr>
            </a:lvl2pPr>
            <a:lvl3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3pPr>
            <a:lvl4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4pPr>
            <a:lvl5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5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 </a:t>
            </a:r>
            <a:r>
              <a:rPr lang="es-ES" err="1"/>
              <a:t>adipiscing</a:t>
            </a:r>
            <a:r>
              <a:rPr lang="es-ES"/>
              <a:t> </a:t>
            </a:r>
            <a:r>
              <a:rPr lang="es-ES" err="1"/>
              <a:t>elit</a:t>
            </a:r>
            <a:endParaRPr lang="es-E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18EBDAE-447A-944A-BD61-FA8883BA689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56047" y="1665348"/>
            <a:ext cx="460375" cy="531585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5000" b="0" i="0">
                <a:solidFill>
                  <a:schemeClr val="tx1"/>
                </a:solidFill>
                <a:latin typeface="Sole Repsol Display Medium" panose="020B0604020204020204" pitchFamily="34" charset="0"/>
                <a:cs typeface="Sole Repsol Display Medium" panose="020B0604020204020204" pitchFamily="34" charset="0"/>
              </a:defRPr>
            </a:lvl1pPr>
            <a:lvl2pPr marL="457200" indent="0">
              <a:buNone/>
              <a:defRPr sz="2100" b="0" i="0">
                <a:solidFill>
                  <a:schemeClr val="accent6"/>
                </a:solidFill>
                <a:latin typeface="Sole Repsol Display" panose="020B0604020204020204" pitchFamily="34" charset="0"/>
                <a:cs typeface="Sole Repsol Display" panose="020B0604020204020204" pitchFamily="34" charset="0"/>
              </a:defRPr>
            </a:lvl2pPr>
            <a:lvl3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3pPr>
            <a:lvl4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4pPr>
            <a:lvl5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5pPr>
          </a:lstStyle>
          <a:p>
            <a:pPr lvl="0"/>
            <a:r>
              <a:rPr lang="es-ES"/>
              <a:t>1</a:t>
            </a:r>
          </a:p>
        </p:txBody>
      </p:sp>
      <p:sp>
        <p:nvSpPr>
          <p:cNvPr id="8" name="Marcador de texto 5">
            <a:extLst>
              <a:ext uri="{FF2B5EF4-FFF2-40B4-BE49-F238E27FC236}">
                <a16:creationId xmlns:a16="http://schemas.microsoft.com/office/drawing/2014/main" id="{BF1056C5-1064-E3AE-1D3B-ED06E86939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757212" y="1668469"/>
            <a:ext cx="429430" cy="531585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5000" b="0" i="0">
                <a:solidFill>
                  <a:schemeClr val="tx1"/>
                </a:solidFill>
                <a:latin typeface="Sole Repsol Display Medium" panose="020B0604020204020204" pitchFamily="34" charset="0"/>
                <a:cs typeface="Sole Repsol Display Medium" panose="020B0604020204020204" pitchFamily="34" charset="0"/>
              </a:defRPr>
            </a:lvl1pPr>
            <a:lvl2pPr marL="457200" indent="0">
              <a:buNone/>
              <a:defRPr sz="2100" b="0" i="0">
                <a:solidFill>
                  <a:schemeClr val="accent6"/>
                </a:solidFill>
                <a:latin typeface="Sole Repsol Display" panose="020B0604020204020204" pitchFamily="34" charset="0"/>
                <a:cs typeface="Sole Repsol Display" panose="020B0604020204020204" pitchFamily="34" charset="0"/>
              </a:defRPr>
            </a:lvl2pPr>
            <a:lvl3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3pPr>
            <a:lvl4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4pPr>
            <a:lvl5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5pPr>
          </a:lstStyle>
          <a:p>
            <a:pPr lvl="0"/>
            <a:r>
              <a:rPr lang="es-ES"/>
              <a:t>2</a:t>
            </a:r>
          </a:p>
        </p:txBody>
      </p:sp>
      <p:sp>
        <p:nvSpPr>
          <p:cNvPr id="9" name="Marcador de texto 5">
            <a:extLst>
              <a:ext uri="{FF2B5EF4-FFF2-40B4-BE49-F238E27FC236}">
                <a16:creationId xmlns:a16="http://schemas.microsoft.com/office/drawing/2014/main" id="{F39C1629-3BED-A8DE-A114-BAB706387F6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27228" y="3829118"/>
            <a:ext cx="384175" cy="531585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5000" b="0" i="0">
                <a:solidFill>
                  <a:schemeClr val="tx1"/>
                </a:solidFill>
                <a:latin typeface="Sole Repsol Display Medium" panose="020B0604020204020204" pitchFamily="34" charset="0"/>
                <a:cs typeface="Sole Repsol Display Medium" panose="020B0604020204020204" pitchFamily="34" charset="0"/>
              </a:defRPr>
            </a:lvl1pPr>
            <a:lvl2pPr marL="457200" indent="0">
              <a:buNone/>
              <a:defRPr sz="2100" b="0" i="0">
                <a:solidFill>
                  <a:schemeClr val="accent6"/>
                </a:solidFill>
                <a:latin typeface="Sole Repsol Display" panose="020B0604020204020204" pitchFamily="34" charset="0"/>
                <a:cs typeface="Sole Repsol Display" panose="020B0604020204020204" pitchFamily="34" charset="0"/>
              </a:defRPr>
            </a:lvl2pPr>
            <a:lvl3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3pPr>
            <a:lvl4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4pPr>
            <a:lvl5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5pPr>
          </a:lstStyle>
          <a:p>
            <a:pPr lvl="0"/>
            <a:r>
              <a:rPr lang="es-ES"/>
              <a:t>3</a:t>
            </a:r>
          </a:p>
        </p:txBody>
      </p:sp>
      <p:sp>
        <p:nvSpPr>
          <p:cNvPr id="14" name="Marcador de texto 5">
            <a:extLst>
              <a:ext uri="{FF2B5EF4-FFF2-40B4-BE49-F238E27FC236}">
                <a16:creationId xmlns:a16="http://schemas.microsoft.com/office/drawing/2014/main" id="{C2768D32-6A5F-E655-5E7F-8C3D67578AF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735083" y="3826707"/>
            <a:ext cx="429430" cy="531585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5000" b="0" i="0">
                <a:solidFill>
                  <a:schemeClr val="tx1"/>
                </a:solidFill>
                <a:latin typeface="Sole Repsol Display Medium" panose="020B0604020204020204" pitchFamily="34" charset="0"/>
                <a:cs typeface="Sole Repsol Display Medium" panose="020B0604020204020204" pitchFamily="34" charset="0"/>
              </a:defRPr>
            </a:lvl1pPr>
            <a:lvl2pPr marL="457200" indent="0">
              <a:buNone/>
              <a:defRPr sz="2100" b="0" i="0">
                <a:solidFill>
                  <a:schemeClr val="accent6"/>
                </a:solidFill>
                <a:latin typeface="Sole Repsol Display" panose="020B0604020204020204" pitchFamily="34" charset="0"/>
                <a:cs typeface="Sole Repsol Display" panose="020B0604020204020204" pitchFamily="34" charset="0"/>
              </a:defRPr>
            </a:lvl2pPr>
            <a:lvl3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3pPr>
            <a:lvl4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4pPr>
            <a:lvl5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5pPr>
          </a:lstStyle>
          <a:p>
            <a:pPr lvl="0"/>
            <a:r>
              <a:rPr lang="es-ES"/>
              <a:t>4</a:t>
            </a:r>
          </a:p>
        </p:txBody>
      </p:sp>
      <p:sp>
        <p:nvSpPr>
          <p:cNvPr id="17" name="Marcador de texto 14">
            <a:extLst>
              <a:ext uri="{FF2B5EF4-FFF2-40B4-BE49-F238E27FC236}">
                <a16:creationId xmlns:a16="http://schemas.microsoft.com/office/drawing/2014/main" id="{D5DDE6F6-61E1-14B5-D643-BCB6172854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04292" y="2418382"/>
            <a:ext cx="3631489" cy="86425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1pPr>
            <a:lvl2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2pPr>
            <a:lvl3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3pPr>
            <a:lvl4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4pPr>
            <a:lvl5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5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, </a:t>
            </a:r>
            <a:r>
              <a:rPr lang="es-ES" err="1"/>
              <a:t>consectetuer</a:t>
            </a:r>
            <a:r>
              <a:rPr lang="es-ES"/>
              <a:t> </a:t>
            </a:r>
            <a:r>
              <a:rPr lang="es-ES" err="1"/>
              <a:t>adipiscing</a:t>
            </a:r>
            <a:r>
              <a:rPr lang="es-ES"/>
              <a:t> </a:t>
            </a:r>
            <a:r>
              <a:rPr lang="es-ES" err="1"/>
              <a:t>elit</a:t>
            </a:r>
            <a:r>
              <a:rPr lang="es-ES"/>
              <a:t>, sed </a:t>
            </a:r>
            <a:r>
              <a:rPr lang="es-ES" err="1"/>
              <a:t>diam</a:t>
            </a:r>
            <a:r>
              <a:rPr lang="es-ES"/>
              <a:t> </a:t>
            </a:r>
            <a:r>
              <a:rPr lang="es-ES" err="1"/>
              <a:t>nonummy</a:t>
            </a:r>
            <a:r>
              <a:rPr lang="es-ES"/>
              <a:t> </a:t>
            </a:r>
            <a:r>
              <a:rPr lang="es-ES" err="1"/>
              <a:t>nibh</a:t>
            </a:r>
            <a:r>
              <a:rPr lang="es-ES"/>
              <a:t> </a:t>
            </a:r>
            <a:r>
              <a:rPr lang="es-ES" err="1"/>
              <a:t>euismod</a:t>
            </a:r>
            <a:r>
              <a:rPr lang="es-ES"/>
              <a:t> </a:t>
            </a:r>
            <a:r>
              <a:rPr lang="es-ES" err="1"/>
              <a:t>tincidunt</a:t>
            </a:r>
            <a:r>
              <a:rPr lang="es-ES"/>
              <a:t> ut </a:t>
            </a:r>
            <a:r>
              <a:rPr lang="es-ES" err="1"/>
              <a:t>laoreet</a:t>
            </a:r>
            <a:r>
              <a:rPr lang="es-ES"/>
              <a:t> </a:t>
            </a:r>
            <a:r>
              <a:rPr lang="es-ES" err="1"/>
              <a:t>destacat</a:t>
            </a:r>
            <a:r>
              <a:rPr lang="es-ES"/>
              <a:t> magna </a:t>
            </a:r>
            <a:r>
              <a:rPr lang="es-ES" err="1"/>
              <a:t>aliquam</a:t>
            </a:r>
            <a:r>
              <a:rPr lang="es-ES"/>
              <a:t> </a:t>
            </a:r>
            <a:r>
              <a:rPr lang="es-ES" err="1"/>
              <a:t>erat</a:t>
            </a:r>
            <a:r>
              <a:rPr lang="es-ES"/>
              <a:t> </a:t>
            </a:r>
            <a:r>
              <a:rPr lang="es-ES" err="1"/>
              <a:t>volutpat</a:t>
            </a:r>
            <a:r>
              <a:rPr lang="es-ES"/>
              <a:t>. </a:t>
            </a:r>
            <a:r>
              <a:rPr lang="es-ES" err="1"/>
              <a:t>Destacat</a:t>
            </a:r>
            <a:r>
              <a:rPr lang="es-ES"/>
              <a:t> ut </a:t>
            </a:r>
            <a:r>
              <a:rPr lang="es-ES" err="1"/>
              <a:t>wisi</a:t>
            </a:r>
            <a:r>
              <a:rPr lang="es-ES"/>
              <a:t> </a:t>
            </a:r>
            <a:r>
              <a:rPr lang="es-ES" err="1"/>
              <a:t>enim</a:t>
            </a:r>
            <a:r>
              <a:rPr lang="es-ES"/>
              <a:t> ad </a:t>
            </a:r>
            <a:r>
              <a:rPr lang="es-ES" err="1"/>
              <a:t>minim</a:t>
            </a:r>
            <a:r>
              <a:rPr lang="es-ES"/>
              <a:t>.</a:t>
            </a:r>
          </a:p>
          <a:p>
            <a:pPr lvl="0"/>
            <a:endParaRPr lang="es-ES" err="1"/>
          </a:p>
        </p:txBody>
      </p:sp>
      <p:sp>
        <p:nvSpPr>
          <p:cNvPr id="19" name="Marcador de texto 5">
            <a:extLst>
              <a:ext uri="{FF2B5EF4-FFF2-40B4-BE49-F238E27FC236}">
                <a16:creationId xmlns:a16="http://schemas.microsoft.com/office/drawing/2014/main" id="{3900672A-212A-DD02-6E16-1DEA337803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100263" y="3864246"/>
            <a:ext cx="2952750" cy="560951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700" b="0" i="0">
                <a:solidFill>
                  <a:schemeClr val="tx1"/>
                </a:solidFill>
                <a:latin typeface="Sole Repsol Display Medium" panose="020B0604020204020204" pitchFamily="34" charset="0"/>
                <a:cs typeface="Sole Repsol Display Medium" panose="020B0604020204020204" pitchFamily="34" charset="0"/>
              </a:defRPr>
            </a:lvl1pPr>
            <a:lvl2pPr marL="457200" indent="0">
              <a:buNone/>
              <a:defRPr sz="2100" b="0" i="0">
                <a:solidFill>
                  <a:schemeClr val="accent6"/>
                </a:solidFill>
                <a:latin typeface="Sole Repsol Display" panose="020B0604020204020204" pitchFamily="34" charset="0"/>
                <a:cs typeface="Sole Repsol Display" panose="020B0604020204020204" pitchFamily="34" charset="0"/>
              </a:defRPr>
            </a:lvl2pPr>
            <a:lvl3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3pPr>
            <a:lvl4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4pPr>
            <a:lvl5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5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 </a:t>
            </a:r>
            <a:r>
              <a:rPr lang="es-ES" err="1"/>
              <a:t>adipiscing</a:t>
            </a:r>
            <a:r>
              <a:rPr lang="es-ES"/>
              <a:t> </a:t>
            </a:r>
            <a:r>
              <a:rPr lang="es-ES" err="1"/>
              <a:t>elit</a:t>
            </a:r>
            <a:endParaRPr lang="es-ES"/>
          </a:p>
        </p:txBody>
      </p:sp>
      <p:sp>
        <p:nvSpPr>
          <p:cNvPr id="20" name="Marcador de texto 14">
            <a:extLst>
              <a:ext uri="{FF2B5EF4-FFF2-40B4-BE49-F238E27FC236}">
                <a16:creationId xmlns:a16="http://schemas.microsoft.com/office/drawing/2014/main" id="{4961CBF9-9AFA-B66E-C5E0-B21F1AA7B25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292" y="4540246"/>
            <a:ext cx="3631489" cy="86425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1pPr>
            <a:lvl2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2pPr>
            <a:lvl3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3pPr>
            <a:lvl4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4pPr>
            <a:lvl5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5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, </a:t>
            </a:r>
            <a:r>
              <a:rPr lang="es-ES" err="1"/>
              <a:t>consectetuer</a:t>
            </a:r>
            <a:r>
              <a:rPr lang="es-ES"/>
              <a:t> </a:t>
            </a:r>
            <a:r>
              <a:rPr lang="es-ES" err="1"/>
              <a:t>adipiscing</a:t>
            </a:r>
            <a:r>
              <a:rPr lang="es-ES"/>
              <a:t> </a:t>
            </a:r>
            <a:r>
              <a:rPr lang="es-ES" err="1"/>
              <a:t>elit</a:t>
            </a:r>
            <a:r>
              <a:rPr lang="es-ES"/>
              <a:t>, sed </a:t>
            </a:r>
            <a:r>
              <a:rPr lang="es-ES" err="1"/>
              <a:t>diam</a:t>
            </a:r>
            <a:r>
              <a:rPr lang="es-ES"/>
              <a:t> </a:t>
            </a:r>
            <a:r>
              <a:rPr lang="es-ES" err="1"/>
              <a:t>nonummy</a:t>
            </a:r>
            <a:r>
              <a:rPr lang="es-ES"/>
              <a:t> </a:t>
            </a:r>
            <a:r>
              <a:rPr lang="es-ES" err="1"/>
              <a:t>nibh</a:t>
            </a:r>
            <a:r>
              <a:rPr lang="es-ES"/>
              <a:t> </a:t>
            </a:r>
            <a:r>
              <a:rPr lang="es-ES" err="1"/>
              <a:t>euismod</a:t>
            </a:r>
            <a:r>
              <a:rPr lang="es-ES"/>
              <a:t> </a:t>
            </a:r>
            <a:r>
              <a:rPr lang="es-ES" err="1"/>
              <a:t>tincidunt</a:t>
            </a:r>
            <a:r>
              <a:rPr lang="es-ES"/>
              <a:t> ut </a:t>
            </a:r>
            <a:r>
              <a:rPr lang="es-ES" err="1"/>
              <a:t>laoreet</a:t>
            </a:r>
            <a:r>
              <a:rPr lang="es-ES"/>
              <a:t> </a:t>
            </a:r>
            <a:r>
              <a:rPr lang="es-ES" err="1"/>
              <a:t>destacat</a:t>
            </a:r>
            <a:r>
              <a:rPr lang="es-ES"/>
              <a:t> magna </a:t>
            </a:r>
            <a:r>
              <a:rPr lang="es-ES" err="1"/>
              <a:t>aliquam</a:t>
            </a:r>
            <a:r>
              <a:rPr lang="es-ES"/>
              <a:t> </a:t>
            </a:r>
            <a:r>
              <a:rPr lang="es-ES" err="1"/>
              <a:t>erat</a:t>
            </a:r>
            <a:r>
              <a:rPr lang="es-ES"/>
              <a:t> </a:t>
            </a:r>
            <a:r>
              <a:rPr lang="es-ES" err="1"/>
              <a:t>volutpat</a:t>
            </a:r>
            <a:r>
              <a:rPr lang="es-ES"/>
              <a:t>. </a:t>
            </a:r>
            <a:r>
              <a:rPr lang="es-ES" err="1"/>
              <a:t>Destacat</a:t>
            </a:r>
            <a:r>
              <a:rPr lang="es-ES"/>
              <a:t> ut </a:t>
            </a:r>
            <a:r>
              <a:rPr lang="es-ES" err="1"/>
              <a:t>wisi</a:t>
            </a:r>
            <a:r>
              <a:rPr lang="es-ES"/>
              <a:t> </a:t>
            </a:r>
            <a:r>
              <a:rPr lang="es-ES" err="1"/>
              <a:t>enim</a:t>
            </a:r>
            <a:r>
              <a:rPr lang="es-ES"/>
              <a:t> ad </a:t>
            </a:r>
            <a:r>
              <a:rPr lang="es-ES" err="1"/>
              <a:t>minim</a:t>
            </a:r>
            <a:r>
              <a:rPr lang="es-ES"/>
              <a:t>.</a:t>
            </a:r>
          </a:p>
          <a:p>
            <a:pPr lvl="0"/>
            <a:endParaRPr lang="es-ES" err="1"/>
          </a:p>
        </p:txBody>
      </p:sp>
      <p:sp>
        <p:nvSpPr>
          <p:cNvPr id="21" name="Marcador de texto 5">
            <a:extLst>
              <a:ext uri="{FF2B5EF4-FFF2-40B4-BE49-F238E27FC236}">
                <a16:creationId xmlns:a16="http://schemas.microsoft.com/office/drawing/2014/main" id="{D08C9BA5-7BFD-F546-7EFF-8DE1F0C7091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573151" y="1701838"/>
            <a:ext cx="2952750" cy="560951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700" b="0" i="0">
                <a:solidFill>
                  <a:schemeClr val="tx1"/>
                </a:solidFill>
                <a:latin typeface="Sole Repsol Display Medium" panose="020B0604020204020204" pitchFamily="34" charset="0"/>
                <a:cs typeface="Sole Repsol Display Medium" panose="020B0604020204020204" pitchFamily="34" charset="0"/>
              </a:defRPr>
            </a:lvl1pPr>
            <a:lvl2pPr marL="457200" indent="0">
              <a:buNone/>
              <a:defRPr sz="2100" b="0" i="0">
                <a:solidFill>
                  <a:schemeClr val="accent6"/>
                </a:solidFill>
                <a:latin typeface="Sole Repsol Display" panose="020B0604020204020204" pitchFamily="34" charset="0"/>
                <a:cs typeface="Sole Repsol Display" panose="020B0604020204020204" pitchFamily="34" charset="0"/>
              </a:defRPr>
            </a:lvl2pPr>
            <a:lvl3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3pPr>
            <a:lvl4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4pPr>
            <a:lvl5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5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 </a:t>
            </a:r>
            <a:r>
              <a:rPr lang="es-ES" err="1"/>
              <a:t>adipiscing</a:t>
            </a:r>
            <a:r>
              <a:rPr lang="es-ES"/>
              <a:t> </a:t>
            </a:r>
            <a:r>
              <a:rPr lang="es-ES" err="1"/>
              <a:t>elit</a:t>
            </a:r>
            <a:endParaRPr lang="es-ES"/>
          </a:p>
        </p:txBody>
      </p:sp>
      <p:sp>
        <p:nvSpPr>
          <p:cNvPr id="22" name="Marcador de texto 14">
            <a:extLst>
              <a:ext uri="{FF2B5EF4-FFF2-40B4-BE49-F238E27FC236}">
                <a16:creationId xmlns:a16="http://schemas.microsoft.com/office/drawing/2014/main" id="{B21F8091-74B0-011C-E466-91531CEB81B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577180" y="2418378"/>
            <a:ext cx="3631489" cy="86425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1pPr>
            <a:lvl2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2pPr>
            <a:lvl3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3pPr>
            <a:lvl4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4pPr>
            <a:lvl5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5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, </a:t>
            </a:r>
            <a:r>
              <a:rPr lang="es-ES" err="1"/>
              <a:t>consectetuer</a:t>
            </a:r>
            <a:r>
              <a:rPr lang="es-ES"/>
              <a:t> </a:t>
            </a:r>
            <a:r>
              <a:rPr lang="es-ES" err="1"/>
              <a:t>adipiscing</a:t>
            </a:r>
            <a:r>
              <a:rPr lang="es-ES"/>
              <a:t> </a:t>
            </a:r>
            <a:r>
              <a:rPr lang="es-ES" err="1"/>
              <a:t>elit</a:t>
            </a:r>
            <a:r>
              <a:rPr lang="es-ES"/>
              <a:t>, sed </a:t>
            </a:r>
            <a:r>
              <a:rPr lang="es-ES" err="1"/>
              <a:t>diam</a:t>
            </a:r>
            <a:r>
              <a:rPr lang="es-ES"/>
              <a:t> </a:t>
            </a:r>
            <a:r>
              <a:rPr lang="es-ES" err="1"/>
              <a:t>nonummy</a:t>
            </a:r>
            <a:r>
              <a:rPr lang="es-ES"/>
              <a:t> </a:t>
            </a:r>
            <a:r>
              <a:rPr lang="es-ES" err="1"/>
              <a:t>nibh</a:t>
            </a:r>
            <a:r>
              <a:rPr lang="es-ES"/>
              <a:t> </a:t>
            </a:r>
            <a:r>
              <a:rPr lang="es-ES" err="1"/>
              <a:t>euismod</a:t>
            </a:r>
            <a:r>
              <a:rPr lang="es-ES"/>
              <a:t> </a:t>
            </a:r>
            <a:r>
              <a:rPr lang="es-ES" err="1"/>
              <a:t>tincidunt</a:t>
            </a:r>
            <a:r>
              <a:rPr lang="es-ES"/>
              <a:t> ut </a:t>
            </a:r>
            <a:r>
              <a:rPr lang="es-ES" err="1"/>
              <a:t>laoreet</a:t>
            </a:r>
            <a:r>
              <a:rPr lang="es-ES"/>
              <a:t> </a:t>
            </a:r>
            <a:r>
              <a:rPr lang="es-ES" err="1"/>
              <a:t>destacat</a:t>
            </a:r>
            <a:r>
              <a:rPr lang="es-ES"/>
              <a:t> magna </a:t>
            </a:r>
            <a:r>
              <a:rPr lang="es-ES" err="1"/>
              <a:t>aliquam</a:t>
            </a:r>
            <a:r>
              <a:rPr lang="es-ES"/>
              <a:t> </a:t>
            </a:r>
            <a:r>
              <a:rPr lang="es-ES" err="1"/>
              <a:t>erat</a:t>
            </a:r>
            <a:r>
              <a:rPr lang="es-ES"/>
              <a:t> </a:t>
            </a:r>
            <a:r>
              <a:rPr lang="es-ES" err="1"/>
              <a:t>volutpat</a:t>
            </a:r>
            <a:r>
              <a:rPr lang="es-ES"/>
              <a:t>. </a:t>
            </a:r>
            <a:r>
              <a:rPr lang="es-ES" err="1"/>
              <a:t>Destacat</a:t>
            </a:r>
            <a:r>
              <a:rPr lang="es-ES"/>
              <a:t> ut </a:t>
            </a:r>
            <a:r>
              <a:rPr lang="es-ES" err="1"/>
              <a:t>wisi</a:t>
            </a:r>
            <a:r>
              <a:rPr lang="es-ES"/>
              <a:t> </a:t>
            </a:r>
            <a:r>
              <a:rPr lang="es-ES" err="1"/>
              <a:t>enim</a:t>
            </a:r>
            <a:r>
              <a:rPr lang="es-ES"/>
              <a:t> ad </a:t>
            </a:r>
            <a:r>
              <a:rPr lang="es-ES" err="1"/>
              <a:t>minim</a:t>
            </a:r>
            <a:r>
              <a:rPr lang="es-ES"/>
              <a:t>.</a:t>
            </a:r>
          </a:p>
          <a:p>
            <a:pPr lvl="0"/>
            <a:endParaRPr lang="es-ES" err="1"/>
          </a:p>
        </p:txBody>
      </p:sp>
      <p:sp>
        <p:nvSpPr>
          <p:cNvPr id="23" name="Marcador de texto 5">
            <a:extLst>
              <a:ext uri="{FF2B5EF4-FFF2-40B4-BE49-F238E27FC236}">
                <a16:creationId xmlns:a16="http://schemas.microsoft.com/office/drawing/2014/main" id="{16D2863E-AF63-A430-423F-03132E9016A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577655" y="3873252"/>
            <a:ext cx="2952750" cy="560951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700" b="0" i="0">
                <a:solidFill>
                  <a:schemeClr val="tx1"/>
                </a:solidFill>
                <a:latin typeface="Sole Repsol Display Medium" panose="020B0604020204020204" pitchFamily="34" charset="0"/>
                <a:cs typeface="Sole Repsol Display Medium" panose="020B0604020204020204" pitchFamily="34" charset="0"/>
              </a:defRPr>
            </a:lvl1pPr>
            <a:lvl2pPr marL="457200" indent="0">
              <a:buNone/>
              <a:defRPr sz="2100" b="0" i="0">
                <a:solidFill>
                  <a:schemeClr val="accent6"/>
                </a:solidFill>
                <a:latin typeface="Sole Repsol Display" panose="020B0604020204020204" pitchFamily="34" charset="0"/>
                <a:cs typeface="Sole Repsol Display" panose="020B0604020204020204" pitchFamily="34" charset="0"/>
              </a:defRPr>
            </a:lvl2pPr>
            <a:lvl3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3pPr>
            <a:lvl4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4pPr>
            <a:lvl5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5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 </a:t>
            </a:r>
            <a:r>
              <a:rPr lang="es-ES" err="1"/>
              <a:t>adipiscing</a:t>
            </a:r>
            <a:r>
              <a:rPr lang="es-ES"/>
              <a:t> </a:t>
            </a:r>
            <a:r>
              <a:rPr lang="es-ES" err="1"/>
              <a:t>elit</a:t>
            </a:r>
            <a:endParaRPr lang="es-ES"/>
          </a:p>
        </p:txBody>
      </p:sp>
      <p:sp>
        <p:nvSpPr>
          <p:cNvPr id="24" name="Marcador de texto 14">
            <a:extLst>
              <a:ext uri="{FF2B5EF4-FFF2-40B4-BE49-F238E27FC236}">
                <a16:creationId xmlns:a16="http://schemas.microsoft.com/office/drawing/2014/main" id="{6F37CA8D-1376-06C2-259A-77A0083CFA3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77180" y="4535742"/>
            <a:ext cx="3631489" cy="86425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1pPr>
            <a:lvl2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2pPr>
            <a:lvl3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3pPr>
            <a:lvl4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4pPr>
            <a:lvl5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5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, </a:t>
            </a:r>
            <a:r>
              <a:rPr lang="es-ES" err="1"/>
              <a:t>consectetuer</a:t>
            </a:r>
            <a:r>
              <a:rPr lang="es-ES"/>
              <a:t> </a:t>
            </a:r>
            <a:r>
              <a:rPr lang="es-ES" err="1"/>
              <a:t>adipiscing</a:t>
            </a:r>
            <a:r>
              <a:rPr lang="es-ES"/>
              <a:t> </a:t>
            </a:r>
            <a:r>
              <a:rPr lang="es-ES" err="1"/>
              <a:t>elit</a:t>
            </a:r>
            <a:r>
              <a:rPr lang="es-ES"/>
              <a:t>, sed </a:t>
            </a:r>
            <a:r>
              <a:rPr lang="es-ES" err="1"/>
              <a:t>diam</a:t>
            </a:r>
            <a:r>
              <a:rPr lang="es-ES"/>
              <a:t> </a:t>
            </a:r>
            <a:r>
              <a:rPr lang="es-ES" err="1"/>
              <a:t>nonummy</a:t>
            </a:r>
            <a:r>
              <a:rPr lang="es-ES"/>
              <a:t> </a:t>
            </a:r>
            <a:r>
              <a:rPr lang="es-ES" err="1"/>
              <a:t>nibh</a:t>
            </a:r>
            <a:r>
              <a:rPr lang="es-ES"/>
              <a:t> </a:t>
            </a:r>
            <a:r>
              <a:rPr lang="es-ES" err="1"/>
              <a:t>euismod</a:t>
            </a:r>
            <a:r>
              <a:rPr lang="es-ES"/>
              <a:t> </a:t>
            </a:r>
            <a:r>
              <a:rPr lang="es-ES" err="1"/>
              <a:t>tincidunt</a:t>
            </a:r>
            <a:r>
              <a:rPr lang="es-ES"/>
              <a:t> ut </a:t>
            </a:r>
            <a:r>
              <a:rPr lang="es-ES" err="1"/>
              <a:t>laoreet</a:t>
            </a:r>
            <a:r>
              <a:rPr lang="es-ES"/>
              <a:t> </a:t>
            </a:r>
            <a:r>
              <a:rPr lang="es-ES" err="1"/>
              <a:t>destacat</a:t>
            </a:r>
            <a:r>
              <a:rPr lang="es-ES"/>
              <a:t> magna </a:t>
            </a:r>
            <a:r>
              <a:rPr lang="es-ES" err="1"/>
              <a:t>aliquam</a:t>
            </a:r>
            <a:r>
              <a:rPr lang="es-ES"/>
              <a:t> </a:t>
            </a:r>
            <a:r>
              <a:rPr lang="es-ES" err="1"/>
              <a:t>erat</a:t>
            </a:r>
            <a:r>
              <a:rPr lang="es-ES"/>
              <a:t> </a:t>
            </a:r>
            <a:r>
              <a:rPr lang="es-ES" err="1"/>
              <a:t>volutpat</a:t>
            </a:r>
            <a:r>
              <a:rPr lang="es-ES"/>
              <a:t>. </a:t>
            </a:r>
            <a:r>
              <a:rPr lang="es-ES" err="1"/>
              <a:t>Destacat</a:t>
            </a:r>
            <a:r>
              <a:rPr lang="es-ES"/>
              <a:t> ut </a:t>
            </a:r>
            <a:r>
              <a:rPr lang="es-ES" err="1"/>
              <a:t>wisi</a:t>
            </a:r>
            <a:r>
              <a:rPr lang="es-ES"/>
              <a:t> </a:t>
            </a:r>
            <a:r>
              <a:rPr lang="es-ES" err="1"/>
              <a:t>enim</a:t>
            </a:r>
            <a:r>
              <a:rPr lang="es-ES"/>
              <a:t> ad </a:t>
            </a:r>
            <a:r>
              <a:rPr lang="es-ES" err="1"/>
              <a:t>minim</a:t>
            </a:r>
            <a:r>
              <a:rPr lang="es-ES"/>
              <a:t>.</a:t>
            </a:r>
          </a:p>
          <a:p>
            <a:pPr lvl="0"/>
            <a:endParaRPr lang="es-ES" err="1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257ED8FF-0A76-0CB8-9F5A-22AD6B77E1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01466" y="450647"/>
            <a:ext cx="900004" cy="24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390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ágina d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38762A-2BD0-43E5-B5B4-F74C0CCA03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275" y="151201"/>
            <a:ext cx="9097200" cy="558767"/>
          </a:xfrm>
        </p:spPr>
        <p:txBody>
          <a:bodyPr bIns="0" anchor="t"/>
          <a:lstStyle/>
          <a:p>
            <a:r>
              <a:rPr lang="es-ES"/>
              <a:t>Haz clic para insertar texto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B42B54C-9E18-40DD-B037-8DB05E3B41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355891-E9F0-4983-99BF-9F86C85A70B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8" name="Marcador de texto 16">
            <a:extLst>
              <a:ext uri="{FF2B5EF4-FFF2-40B4-BE49-F238E27FC236}">
                <a16:creationId xmlns:a16="http://schemas.microsoft.com/office/drawing/2014/main" id="{A38E537C-AAF5-4A33-800C-EB515B58F2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6295" y="740422"/>
            <a:ext cx="9097200" cy="402578"/>
          </a:xfrm>
        </p:spPr>
        <p:txBody>
          <a:bodyPr anchor="t">
            <a:noAutofit/>
          </a:bodyPr>
          <a:lstStyle>
            <a:lvl1pPr>
              <a:lnSpc>
                <a:spcPts val="1800"/>
              </a:lnSpc>
              <a:defRPr lang="es-ES" sz="20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s-ES"/>
              <a:t>Haz clic para insertar texto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133FD97E-2967-4CD7-B091-5194C277D4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276" y="1587600"/>
            <a:ext cx="11144249" cy="4343400"/>
          </a:xfrm>
        </p:spPr>
        <p:txBody>
          <a:bodyPr/>
          <a:lstStyle>
            <a:lvl1pPr marL="0" indent="0">
              <a:buClr>
                <a:schemeClr val="bg1"/>
              </a:buClr>
              <a:buFont typeface="Arial" panose="020B0604020202020204" pitchFamily="34" charset="0"/>
              <a:buChar char="‪"/>
              <a:defRPr sz="2000"/>
            </a:lvl1pPr>
            <a:lvl2pPr marL="266673" indent="-266673">
              <a:buClr>
                <a:schemeClr val="accent1"/>
              </a:buClr>
              <a:buFont typeface="Wingdings" panose="05000000000000000000" pitchFamily="2" charset="2"/>
              <a:buChar char="§"/>
              <a:defRPr sz="2000"/>
            </a:lvl2pPr>
            <a:lvl3pPr marL="449218" indent="-182545">
              <a:buClr>
                <a:schemeClr val="accent1"/>
              </a:buClr>
              <a:buFont typeface="Arial" panose="020B0604020202020204" pitchFamily="34" charset="0"/>
              <a:buChar char="•"/>
              <a:defRPr sz="1800"/>
            </a:lvl3pPr>
            <a:lvl4pPr marL="625412" indent="-176195">
              <a:buClr>
                <a:schemeClr val="accent1"/>
              </a:buClr>
              <a:buFont typeface="Courier New" panose="02070309020205020404" pitchFamily="49" charset="0"/>
              <a:buChar char="o"/>
              <a:defRPr sz="1600"/>
            </a:lvl4pPr>
            <a:lvl5pPr marL="807957" indent="-182545">
              <a:buClr>
                <a:schemeClr val="accent1"/>
              </a:buClr>
              <a:buFont typeface="Arial" panose="020B0604020202020204" pitchFamily="34" charset="0"/>
              <a:buChar char="-"/>
              <a:defRPr sz="1400"/>
            </a:lvl5pPr>
          </a:lstStyle>
          <a:p>
            <a:pPr lvl="0"/>
            <a:r>
              <a:rPr lang="es-ES"/>
              <a:t>Haz clic para insertar texto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B0391B83-3116-4015-9934-A43E92327E28}"/>
              </a:ext>
            </a:extLst>
          </p:cNvPr>
          <p:cNvGrpSpPr/>
          <p:nvPr userDrawn="1"/>
        </p:nvGrpSpPr>
        <p:grpSpPr>
          <a:xfrm>
            <a:off x="360128" y="1"/>
            <a:ext cx="144000" cy="950119"/>
            <a:chOff x="360128" y="0"/>
            <a:chExt cx="144000" cy="950119"/>
          </a:xfrm>
        </p:grpSpPr>
        <p:sp>
          <p:nvSpPr>
            <p:cNvPr id="11" name="object 3">
              <a:extLst>
                <a:ext uri="{FF2B5EF4-FFF2-40B4-BE49-F238E27FC236}">
                  <a16:creationId xmlns:a16="http://schemas.microsoft.com/office/drawing/2014/main" id="{5F420A3C-0F31-48C2-A67A-B19F879F53F0}"/>
                </a:ext>
              </a:extLst>
            </p:cNvPr>
            <p:cNvSpPr/>
            <p:nvPr userDrawn="1"/>
          </p:nvSpPr>
          <p:spPr>
            <a:xfrm>
              <a:off x="360128" y="621506"/>
              <a:ext cx="144000" cy="328613"/>
            </a:xfrm>
            <a:custGeom>
              <a:avLst/>
              <a:gdLst/>
              <a:ahLst/>
              <a:cxnLst/>
              <a:rect l="l" t="t" r="r" b="b"/>
              <a:pathLst>
                <a:path w="273050" h="11308715">
                  <a:moveTo>
                    <a:pt x="0" y="11308556"/>
                  </a:moveTo>
                  <a:lnTo>
                    <a:pt x="272714" y="11308556"/>
                  </a:lnTo>
                  <a:lnTo>
                    <a:pt x="272714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FFB81C"/>
            </a:solidFill>
          </p:spPr>
          <p:txBody>
            <a:bodyPr wrap="square" lIns="0" tIns="0" rIns="0" bIns="0" rtlCol="0"/>
            <a:lstStyle/>
            <a:p>
              <a:endParaRPr sz="9599"/>
            </a:p>
          </p:txBody>
        </p:sp>
        <p:sp>
          <p:nvSpPr>
            <p:cNvPr id="13" name="object 3">
              <a:extLst>
                <a:ext uri="{FF2B5EF4-FFF2-40B4-BE49-F238E27FC236}">
                  <a16:creationId xmlns:a16="http://schemas.microsoft.com/office/drawing/2014/main" id="{5EA4B5F1-1874-44A4-8E13-12D81973C26C}"/>
                </a:ext>
              </a:extLst>
            </p:cNvPr>
            <p:cNvSpPr/>
            <p:nvPr userDrawn="1"/>
          </p:nvSpPr>
          <p:spPr>
            <a:xfrm>
              <a:off x="360128" y="0"/>
              <a:ext cx="144000" cy="247650"/>
            </a:xfrm>
            <a:custGeom>
              <a:avLst/>
              <a:gdLst/>
              <a:ahLst/>
              <a:cxnLst/>
              <a:rect l="l" t="t" r="r" b="b"/>
              <a:pathLst>
                <a:path w="273050" h="11308715">
                  <a:moveTo>
                    <a:pt x="0" y="11308556"/>
                  </a:moveTo>
                  <a:lnTo>
                    <a:pt x="272714" y="11308556"/>
                  </a:lnTo>
                  <a:lnTo>
                    <a:pt x="272714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 sz="9599"/>
            </a:p>
          </p:txBody>
        </p:sp>
        <p:sp>
          <p:nvSpPr>
            <p:cNvPr id="14" name="object 3">
              <a:extLst>
                <a:ext uri="{FF2B5EF4-FFF2-40B4-BE49-F238E27FC236}">
                  <a16:creationId xmlns:a16="http://schemas.microsoft.com/office/drawing/2014/main" id="{11143ADC-5D44-41E3-BBAC-8C3095D526E8}"/>
                </a:ext>
              </a:extLst>
            </p:cNvPr>
            <p:cNvSpPr/>
            <p:nvPr userDrawn="1"/>
          </p:nvSpPr>
          <p:spPr>
            <a:xfrm>
              <a:off x="360128" y="247650"/>
              <a:ext cx="144000" cy="492772"/>
            </a:xfrm>
            <a:custGeom>
              <a:avLst/>
              <a:gdLst/>
              <a:ahLst/>
              <a:cxnLst/>
              <a:rect l="l" t="t" r="r" b="b"/>
              <a:pathLst>
                <a:path w="273050" h="11308715">
                  <a:moveTo>
                    <a:pt x="0" y="11308556"/>
                  </a:moveTo>
                  <a:lnTo>
                    <a:pt x="272714" y="11308556"/>
                  </a:lnTo>
                  <a:lnTo>
                    <a:pt x="272714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>
              <a:endParaRPr sz="9599"/>
            </a:p>
          </p:txBody>
        </p:sp>
      </p:grpSp>
      <p:sp>
        <p:nvSpPr>
          <p:cNvPr id="15" name="Marcador de pie de página 4">
            <a:extLst>
              <a:ext uri="{FF2B5EF4-FFF2-40B4-BE49-F238E27FC236}">
                <a16:creationId xmlns:a16="http://schemas.microsoft.com/office/drawing/2014/main" id="{2B2BE836-E723-43CE-ADC2-2C8FF19F88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7825" y="6513175"/>
            <a:ext cx="7781925" cy="226591"/>
          </a:xfrm>
          <a:prstGeom prst="rect">
            <a:avLst/>
          </a:prstGeom>
          <a:noFill/>
        </p:spPr>
        <p:txBody>
          <a:bodyPr wrap="square" lIns="36000" tIns="36000" rIns="36000" bIns="36000" anchor="b">
            <a:spAutoFit/>
          </a:bodyPr>
          <a:lstStyle>
            <a:lvl1pPr>
              <a:defRPr lang="es-ES" sz="1000">
                <a:solidFill>
                  <a:schemeClr val="accent4"/>
                </a:solidFill>
              </a:defRPr>
            </a:lvl1pPr>
          </a:lstStyle>
          <a:p>
            <a:r>
              <a:rPr lang="es-ES"/>
              <a:t>© Compañía. Dirección que ha elaborado el documento. Día/mes/año</a:t>
            </a:r>
          </a:p>
        </p:txBody>
      </p:sp>
    </p:spTree>
    <p:extLst>
      <p:ext uri="{BB962C8B-B14F-4D97-AF65-F5344CB8AC3E}">
        <p14:creationId xmlns:p14="http://schemas.microsoft.com/office/powerpoint/2010/main" val="32348123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ina_Blanca_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CB7A8D4-129E-C9BD-7DBD-0CA639C27F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245" y="416838"/>
            <a:ext cx="5464855" cy="468085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100" b="0" i="0">
                <a:solidFill>
                  <a:schemeClr val="accent6"/>
                </a:solidFill>
                <a:latin typeface="Sole Repsol Display" panose="020B0604020204020204" pitchFamily="34" charset="0"/>
                <a:cs typeface="Sole Repsol Display" panose="020B0604020204020204" pitchFamily="34" charset="0"/>
              </a:defRPr>
            </a:lvl2pPr>
            <a:lvl3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3pPr>
            <a:lvl4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4pPr>
            <a:lvl5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5pPr>
          </a:lstStyle>
          <a:p>
            <a:r>
              <a:rPr lang="es-ES" err="1"/>
              <a:t>Title</a:t>
            </a:r>
            <a:endParaRPr lang="es-ES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768A6C7B-12B3-BC03-8D77-D036A20E6C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01466" y="450647"/>
            <a:ext cx="900004" cy="24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1870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es tarjetas pequeñ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5">
            <a:extLst>
              <a:ext uri="{FF2B5EF4-FFF2-40B4-BE49-F238E27FC236}">
                <a16:creationId xmlns:a16="http://schemas.microsoft.com/office/drawing/2014/main" id="{0F0C310C-120B-BCA9-4361-3037212C46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245" y="416838"/>
            <a:ext cx="5464855" cy="468085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800" b="0" i="0">
                <a:solidFill>
                  <a:schemeClr val="tx1"/>
                </a:solidFill>
                <a:latin typeface="Sole Repsol Display Medium" panose="020B0604020204020204" pitchFamily="34" charset="0"/>
                <a:cs typeface="Sole Repsol Display Medium" panose="020B0604020204020204" pitchFamily="34" charset="0"/>
              </a:defRPr>
            </a:lvl1pPr>
            <a:lvl2pPr marL="457200" indent="0">
              <a:buNone/>
              <a:defRPr sz="2100" b="0" i="0">
                <a:solidFill>
                  <a:schemeClr val="accent6"/>
                </a:solidFill>
                <a:latin typeface="Sole Repsol Display" panose="020B0604020204020204" pitchFamily="34" charset="0"/>
                <a:cs typeface="Sole Repsol Display" panose="020B0604020204020204" pitchFamily="34" charset="0"/>
              </a:defRPr>
            </a:lvl2pPr>
            <a:lvl3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3pPr>
            <a:lvl4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4pPr>
            <a:lvl5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5pPr>
          </a:lstStyle>
          <a:p>
            <a:pPr lvl="0"/>
            <a:r>
              <a:rPr lang="es-ES"/>
              <a:t>Tres tarjetas pequeñas</a:t>
            </a:r>
          </a:p>
        </p:txBody>
      </p:sp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5CF742DB-BD02-301D-EE5B-ABE9360E71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988" y="884923"/>
            <a:ext cx="5472112" cy="226377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="0" i="0">
                <a:solidFill>
                  <a:schemeClr val="accent6"/>
                </a:solidFill>
                <a:latin typeface="Sole Repsol Display" panose="020B0604020204020204" pitchFamily="34" charset="0"/>
                <a:cs typeface="Sole Repsol Display" panose="020B0604020204020204" pitchFamily="34" charset="0"/>
              </a:defRPr>
            </a:lvl1pPr>
            <a:lvl2pPr marL="457200" indent="0">
              <a:buNone/>
              <a:defRPr sz="2100" b="0" i="0">
                <a:solidFill>
                  <a:schemeClr val="accent6"/>
                </a:solidFill>
                <a:latin typeface="Sole Repsol Display" panose="020B0604020204020204" pitchFamily="34" charset="0"/>
                <a:cs typeface="Sole Repsol Display" panose="020B0604020204020204" pitchFamily="34" charset="0"/>
              </a:defRPr>
            </a:lvl2pPr>
            <a:lvl3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3pPr>
            <a:lvl4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4pPr>
            <a:lvl5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5pPr>
          </a:lstStyle>
          <a:p>
            <a:pPr lvl="0"/>
            <a:r>
              <a:rPr lang="es-ES"/>
              <a:t>Subtítulo</a:t>
            </a:r>
          </a:p>
        </p:txBody>
      </p:sp>
      <p:sp>
        <p:nvSpPr>
          <p:cNvPr id="8" name="Marcador de texto 5">
            <a:extLst>
              <a:ext uri="{FF2B5EF4-FFF2-40B4-BE49-F238E27FC236}">
                <a16:creationId xmlns:a16="http://schemas.microsoft.com/office/drawing/2014/main" id="{AE653D2C-CE5B-1C31-8C2B-D02F518C76B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79550" y="2428939"/>
            <a:ext cx="2282825" cy="43973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Sole Repsol Display Medium" panose="020B0604020204020204" pitchFamily="34" charset="0"/>
                <a:cs typeface="Sole Repsol Display Medium" panose="020B0604020204020204" pitchFamily="34" charset="0"/>
              </a:defRPr>
            </a:lvl1pPr>
            <a:lvl2pPr marL="457200" indent="0">
              <a:buNone/>
              <a:defRPr sz="2100" b="0" i="0">
                <a:solidFill>
                  <a:schemeClr val="accent6"/>
                </a:solidFill>
                <a:latin typeface="Sole Repsol Display" panose="020B0604020204020204" pitchFamily="34" charset="0"/>
                <a:cs typeface="Sole Repsol Display" panose="020B0604020204020204" pitchFamily="34" charset="0"/>
              </a:defRPr>
            </a:lvl2pPr>
            <a:lvl3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3pPr>
            <a:lvl4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4pPr>
            <a:lvl5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5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 </a:t>
            </a:r>
            <a:r>
              <a:rPr lang="es-ES" err="1"/>
              <a:t>amet</a:t>
            </a:r>
            <a:r>
              <a:rPr lang="es-ES"/>
              <a:t> </a:t>
            </a:r>
            <a:r>
              <a:rPr lang="es-ES" err="1"/>
              <a:t>adipiscing</a:t>
            </a:r>
            <a:endParaRPr lang="es-ES"/>
          </a:p>
        </p:txBody>
      </p:sp>
      <p:sp>
        <p:nvSpPr>
          <p:cNvPr id="9" name="Marcador de texto 14">
            <a:extLst>
              <a:ext uri="{FF2B5EF4-FFF2-40B4-BE49-F238E27FC236}">
                <a16:creationId xmlns:a16="http://schemas.microsoft.com/office/drawing/2014/main" id="{02D033CB-3D58-0177-AB4D-0FC007F5816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66850" y="3083922"/>
            <a:ext cx="2514600" cy="109808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100" b="0" i="0">
                <a:solidFill>
                  <a:schemeClr val="tx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1pPr>
            <a:lvl2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2pPr>
            <a:lvl3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3pPr>
            <a:lvl4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4pPr>
            <a:lvl5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5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, </a:t>
            </a:r>
            <a:r>
              <a:rPr lang="es-ES" err="1"/>
              <a:t>aliquam</a:t>
            </a:r>
            <a:r>
              <a:rPr lang="es-ES"/>
              <a:t> </a:t>
            </a:r>
            <a:r>
              <a:rPr lang="es-ES" err="1"/>
              <a:t>elit</a:t>
            </a:r>
            <a:r>
              <a:rPr lang="es-ES"/>
              <a:t> </a:t>
            </a:r>
            <a:r>
              <a:rPr lang="es-ES" err="1"/>
              <a:t>consectetuer</a:t>
            </a:r>
            <a:r>
              <a:rPr lang="es-ES"/>
              <a:t>, sed </a:t>
            </a:r>
            <a:r>
              <a:rPr lang="es-ES" err="1"/>
              <a:t>diam</a:t>
            </a:r>
            <a:r>
              <a:rPr lang="es-ES"/>
              <a:t> </a:t>
            </a:r>
            <a:r>
              <a:rPr lang="es-ES" err="1"/>
              <a:t>nonummy</a:t>
            </a:r>
            <a:r>
              <a:rPr lang="es-ES"/>
              <a:t> </a:t>
            </a:r>
            <a:r>
              <a:rPr lang="es-ES" err="1"/>
              <a:t>nibh</a:t>
            </a:r>
            <a:r>
              <a:rPr lang="es-ES"/>
              <a:t> </a:t>
            </a:r>
            <a:r>
              <a:rPr lang="es-ES" err="1"/>
              <a:t>euismod</a:t>
            </a:r>
            <a:r>
              <a:rPr lang="es-ES"/>
              <a:t> </a:t>
            </a:r>
            <a:r>
              <a:rPr lang="es-ES" err="1"/>
              <a:t>tincidunt</a:t>
            </a:r>
            <a:r>
              <a:rPr lang="es-ES"/>
              <a:t> ut </a:t>
            </a:r>
            <a:r>
              <a:rPr lang="es-ES" err="1"/>
              <a:t>laoreet</a:t>
            </a:r>
            <a:r>
              <a:rPr lang="es-ES"/>
              <a:t> </a:t>
            </a:r>
            <a:r>
              <a:rPr lang="es-ES" err="1"/>
              <a:t>destacat</a:t>
            </a:r>
            <a:r>
              <a:rPr lang="es-ES"/>
              <a:t> magna </a:t>
            </a:r>
            <a:r>
              <a:rPr lang="es-ES" err="1"/>
              <a:t>aliquam</a:t>
            </a:r>
            <a:r>
              <a:rPr lang="es-ES"/>
              <a:t> </a:t>
            </a:r>
            <a:r>
              <a:rPr lang="es-ES" err="1"/>
              <a:t>erat</a:t>
            </a:r>
            <a:r>
              <a:rPr lang="es-ES"/>
              <a:t> </a:t>
            </a:r>
            <a:r>
              <a:rPr lang="es-ES" err="1"/>
              <a:t>enim</a:t>
            </a:r>
            <a:r>
              <a:rPr lang="es-ES"/>
              <a:t> </a:t>
            </a:r>
            <a:r>
              <a:rPr lang="es-ES" err="1"/>
              <a:t>wisi</a:t>
            </a:r>
            <a:r>
              <a:rPr lang="es-ES"/>
              <a:t> </a:t>
            </a:r>
            <a:r>
              <a:rPr lang="es-ES" err="1"/>
              <a:t>enim</a:t>
            </a:r>
            <a:r>
              <a:rPr lang="es-ES"/>
              <a:t> ad </a:t>
            </a:r>
            <a:r>
              <a:rPr lang="es-ES" err="1"/>
              <a:t>minim</a:t>
            </a:r>
            <a:r>
              <a:rPr lang="es-ES"/>
              <a:t>.</a:t>
            </a:r>
          </a:p>
        </p:txBody>
      </p:sp>
      <p:sp>
        <p:nvSpPr>
          <p:cNvPr id="10" name="Marcador de texto 5">
            <a:extLst>
              <a:ext uri="{FF2B5EF4-FFF2-40B4-BE49-F238E27FC236}">
                <a16:creationId xmlns:a16="http://schemas.microsoft.com/office/drawing/2014/main" id="{C2B3003E-44B9-5240-F86C-4C9C0443FAD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4883" y="2428939"/>
            <a:ext cx="2282825" cy="560951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Sole Repsol Display Medium" panose="020B0604020204020204" pitchFamily="34" charset="0"/>
                <a:cs typeface="Sole Repsol Display Medium" panose="020B0604020204020204" pitchFamily="34" charset="0"/>
              </a:defRPr>
            </a:lvl1pPr>
            <a:lvl2pPr marL="457200" indent="0">
              <a:buNone/>
              <a:defRPr sz="2100" b="0" i="0">
                <a:solidFill>
                  <a:schemeClr val="accent6"/>
                </a:solidFill>
                <a:latin typeface="Sole Repsol Display" panose="020B0604020204020204" pitchFamily="34" charset="0"/>
                <a:cs typeface="Sole Repsol Display" panose="020B0604020204020204" pitchFamily="34" charset="0"/>
              </a:defRPr>
            </a:lvl2pPr>
            <a:lvl3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3pPr>
            <a:lvl4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4pPr>
            <a:lvl5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5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 </a:t>
            </a:r>
            <a:r>
              <a:rPr lang="es-ES" err="1"/>
              <a:t>amet</a:t>
            </a:r>
            <a:r>
              <a:rPr lang="es-ES"/>
              <a:t> </a:t>
            </a:r>
            <a:r>
              <a:rPr lang="es-ES" err="1"/>
              <a:t>adipiscing</a:t>
            </a:r>
            <a:endParaRPr lang="es-ES"/>
          </a:p>
        </p:txBody>
      </p:sp>
      <p:sp>
        <p:nvSpPr>
          <p:cNvPr id="11" name="Marcador de texto 14">
            <a:extLst>
              <a:ext uri="{FF2B5EF4-FFF2-40B4-BE49-F238E27FC236}">
                <a16:creationId xmlns:a16="http://schemas.microsoft.com/office/drawing/2014/main" id="{7A654C0D-84BA-13CA-0D64-BC08B6E78C4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62182" y="3083922"/>
            <a:ext cx="2592717" cy="109808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100" b="0" i="0">
                <a:solidFill>
                  <a:schemeClr val="tx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1pPr>
            <a:lvl2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2pPr>
            <a:lvl3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3pPr>
            <a:lvl4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4pPr>
            <a:lvl5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5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, </a:t>
            </a:r>
            <a:r>
              <a:rPr lang="es-ES" err="1"/>
              <a:t>aliquam</a:t>
            </a:r>
            <a:r>
              <a:rPr lang="es-ES"/>
              <a:t> </a:t>
            </a:r>
            <a:r>
              <a:rPr lang="es-ES" err="1"/>
              <a:t>consectetuer</a:t>
            </a:r>
            <a:r>
              <a:rPr lang="es-ES"/>
              <a:t> </a:t>
            </a:r>
            <a:r>
              <a:rPr lang="es-ES" err="1"/>
              <a:t>adipiscing</a:t>
            </a:r>
            <a:r>
              <a:rPr lang="es-ES"/>
              <a:t> </a:t>
            </a:r>
            <a:r>
              <a:rPr lang="es-ES" err="1"/>
              <a:t>elit</a:t>
            </a:r>
            <a:r>
              <a:rPr lang="es-ES"/>
              <a:t>, sed </a:t>
            </a:r>
            <a:r>
              <a:rPr lang="es-ES" err="1"/>
              <a:t>diam</a:t>
            </a:r>
            <a:r>
              <a:rPr lang="es-ES"/>
              <a:t> </a:t>
            </a:r>
            <a:r>
              <a:rPr lang="es-ES" err="1"/>
              <a:t>nonummy</a:t>
            </a:r>
            <a:r>
              <a:rPr lang="es-ES"/>
              <a:t> </a:t>
            </a:r>
            <a:r>
              <a:rPr lang="es-ES" err="1"/>
              <a:t>nibh</a:t>
            </a:r>
            <a:r>
              <a:rPr lang="es-ES"/>
              <a:t> </a:t>
            </a:r>
            <a:r>
              <a:rPr lang="es-ES" err="1"/>
              <a:t>euismod</a:t>
            </a:r>
            <a:r>
              <a:rPr lang="es-ES"/>
              <a:t> </a:t>
            </a:r>
            <a:r>
              <a:rPr lang="es-ES" err="1"/>
              <a:t>tincidunt</a:t>
            </a:r>
            <a:r>
              <a:rPr lang="es-ES"/>
              <a:t> </a:t>
            </a:r>
            <a:r>
              <a:rPr lang="es-ES" err="1"/>
              <a:t>laoreet</a:t>
            </a:r>
            <a:r>
              <a:rPr lang="es-ES"/>
              <a:t> </a:t>
            </a:r>
            <a:r>
              <a:rPr lang="es-ES" err="1"/>
              <a:t>destacat</a:t>
            </a:r>
            <a:r>
              <a:rPr lang="es-ES"/>
              <a:t> magna </a:t>
            </a:r>
            <a:r>
              <a:rPr lang="es-ES" err="1"/>
              <a:t>erat</a:t>
            </a:r>
            <a:r>
              <a:rPr lang="es-ES"/>
              <a:t> </a:t>
            </a:r>
            <a:r>
              <a:rPr lang="es-ES" err="1"/>
              <a:t>tation</a:t>
            </a:r>
            <a:r>
              <a:rPr lang="es-ES"/>
              <a:t>. </a:t>
            </a:r>
            <a:r>
              <a:rPr lang="es-ES" err="1"/>
              <a:t>Destacat</a:t>
            </a:r>
            <a:r>
              <a:rPr lang="es-ES"/>
              <a:t> ut </a:t>
            </a:r>
            <a:r>
              <a:rPr lang="es-ES" err="1"/>
              <a:t>wisi</a:t>
            </a:r>
            <a:r>
              <a:rPr lang="es-ES"/>
              <a:t> </a:t>
            </a:r>
            <a:r>
              <a:rPr lang="es-ES" err="1"/>
              <a:t>enim</a:t>
            </a:r>
            <a:r>
              <a:rPr lang="es-ES"/>
              <a:t> ad </a:t>
            </a:r>
            <a:r>
              <a:rPr lang="es-ES" err="1"/>
              <a:t>minim</a:t>
            </a:r>
            <a:r>
              <a:rPr lang="es-ES"/>
              <a:t> ut </a:t>
            </a:r>
            <a:r>
              <a:rPr lang="es-ES" err="1"/>
              <a:t>veniam</a:t>
            </a:r>
            <a:r>
              <a:rPr lang="es-ES"/>
              <a:t>, quis </a:t>
            </a:r>
            <a:r>
              <a:rPr lang="es-ES" err="1"/>
              <a:t>nostrud</a:t>
            </a:r>
            <a:r>
              <a:rPr lang="es-ES"/>
              <a:t> </a:t>
            </a:r>
            <a:r>
              <a:rPr lang="es-ES" err="1"/>
              <a:t>exerci</a:t>
            </a:r>
            <a:r>
              <a:rPr lang="es-ES"/>
              <a:t> </a:t>
            </a:r>
            <a:r>
              <a:rPr lang="es-ES" err="1"/>
              <a:t>tation</a:t>
            </a:r>
            <a:r>
              <a:rPr lang="es-ES"/>
              <a:t> </a:t>
            </a:r>
            <a:r>
              <a:rPr lang="es-ES" err="1"/>
              <a:t>ullamcorper</a:t>
            </a:r>
            <a:r>
              <a:rPr lang="es-ES"/>
              <a:t> </a:t>
            </a:r>
            <a:r>
              <a:rPr lang="es-ES" err="1"/>
              <a:t>minim</a:t>
            </a:r>
            <a:r>
              <a:rPr lang="es-ES"/>
              <a:t>.</a:t>
            </a:r>
          </a:p>
        </p:txBody>
      </p:sp>
      <p:sp>
        <p:nvSpPr>
          <p:cNvPr id="12" name="Marcador de texto 5">
            <a:extLst>
              <a:ext uri="{FF2B5EF4-FFF2-40B4-BE49-F238E27FC236}">
                <a16:creationId xmlns:a16="http://schemas.microsoft.com/office/drawing/2014/main" id="{EFBB771B-8E57-19C5-F926-4A5ED84E81E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68827" y="2428939"/>
            <a:ext cx="2282825" cy="560951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Sole Repsol Display Medium" panose="020B0604020204020204" pitchFamily="34" charset="0"/>
                <a:cs typeface="Sole Repsol Display Medium" panose="020B0604020204020204" pitchFamily="34" charset="0"/>
              </a:defRPr>
            </a:lvl1pPr>
            <a:lvl2pPr marL="457200" indent="0">
              <a:buNone/>
              <a:defRPr sz="2100" b="0" i="0">
                <a:solidFill>
                  <a:schemeClr val="accent6"/>
                </a:solidFill>
                <a:latin typeface="Sole Repsol Display" panose="020B0604020204020204" pitchFamily="34" charset="0"/>
                <a:cs typeface="Sole Repsol Display" panose="020B0604020204020204" pitchFamily="34" charset="0"/>
              </a:defRPr>
            </a:lvl2pPr>
            <a:lvl3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3pPr>
            <a:lvl4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4pPr>
            <a:lvl5pPr>
              <a:defRPr sz="1600" b="0" i="0">
                <a:latin typeface="Sole Repsol Display" panose="020B0604020204020204" pitchFamily="34" charset="0"/>
                <a:cs typeface="Sole Repsol Display" panose="020B0604020204020204" pitchFamily="34" charset="0"/>
              </a:defRPr>
            </a:lvl5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 </a:t>
            </a:r>
            <a:r>
              <a:rPr lang="es-ES" err="1"/>
              <a:t>amet</a:t>
            </a:r>
            <a:r>
              <a:rPr lang="es-ES"/>
              <a:t> </a:t>
            </a:r>
            <a:r>
              <a:rPr lang="es-ES" err="1"/>
              <a:t>adipiscing</a:t>
            </a:r>
            <a:endParaRPr lang="es-ES"/>
          </a:p>
        </p:txBody>
      </p:sp>
      <p:sp>
        <p:nvSpPr>
          <p:cNvPr id="13" name="Marcador de texto 14">
            <a:extLst>
              <a:ext uri="{FF2B5EF4-FFF2-40B4-BE49-F238E27FC236}">
                <a16:creationId xmlns:a16="http://schemas.microsoft.com/office/drawing/2014/main" id="{6A8219C2-B0E6-96B5-5DB4-94C08160037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56126" y="3083922"/>
            <a:ext cx="2570623" cy="109808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100" b="0" i="0">
                <a:solidFill>
                  <a:schemeClr val="tx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1pPr>
            <a:lvl2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2pPr>
            <a:lvl3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3pPr>
            <a:lvl4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4pPr>
            <a:lvl5pPr>
              <a:defRPr sz="1400" b="0" i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defRPr>
            </a:lvl5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, </a:t>
            </a:r>
            <a:r>
              <a:rPr lang="es-ES" err="1"/>
              <a:t>aliquam</a:t>
            </a:r>
            <a:r>
              <a:rPr lang="es-ES"/>
              <a:t> </a:t>
            </a:r>
            <a:r>
              <a:rPr lang="es-ES" err="1"/>
              <a:t>elit</a:t>
            </a:r>
            <a:r>
              <a:rPr lang="es-ES"/>
              <a:t> </a:t>
            </a:r>
            <a:r>
              <a:rPr lang="es-ES" err="1"/>
              <a:t>consectetuer</a:t>
            </a:r>
            <a:r>
              <a:rPr lang="es-ES"/>
              <a:t>, sed </a:t>
            </a:r>
            <a:r>
              <a:rPr lang="es-ES" err="1"/>
              <a:t>diam</a:t>
            </a:r>
            <a:r>
              <a:rPr lang="es-ES"/>
              <a:t> </a:t>
            </a:r>
            <a:r>
              <a:rPr lang="es-ES" err="1"/>
              <a:t>nonummy</a:t>
            </a:r>
            <a:r>
              <a:rPr lang="es-ES"/>
              <a:t> </a:t>
            </a:r>
            <a:r>
              <a:rPr lang="es-ES" err="1"/>
              <a:t>nibh</a:t>
            </a:r>
            <a:r>
              <a:rPr lang="es-ES"/>
              <a:t> </a:t>
            </a:r>
            <a:r>
              <a:rPr lang="es-ES" err="1"/>
              <a:t>euismod</a:t>
            </a:r>
            <a:r>
              <a:rPr lang="es-ES"/>
              <a:t> </a:t>
            </a:r>
            <a:r>
              <a:rPr lang="es-ES" err="1"/>
              <a:t>tincidunt</a:t>
            </a:r>
            <a:r>
              <a:rPr lang="es-ES"/>
              <a:t>.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F18026C6-1990-4777-9DC2-9E5B92269E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01466" y="450647"/>
            <a:ext cx="900004" cy="24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6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6F805B-0F72-9E9F-DA99-E07198BE6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015C7-D761-E009-ACB2-427A57CE1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96868-6CDD-9FC2-6650-86C526E93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E35B9A-B360-4848-A410-0B5C0448C4B3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DC787-1603-FE55-231A-93BBF7AF71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BA4FA-2AA1-ADE2-64A7-BF96B2CE65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AEEB7-E476-4A92-A823-E255CAB8E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096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7" r:id="rId12"/>
    <p:sldLayoutId id="2147483669" r:id="rId13"/>
    <p:sldLayoutId id="2147483700" r:id="rId14"/>
    <p:sldLayoutId id="2147483802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4F457-199F-54BB-EBA9-B19B2052C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5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89679A63-DEED-6C80-ACED-01E2BC1DC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Marcador de texto 5">
            <a:extLst>
              <a:ext uri="{FF2B5EF4-FFF2-40B4-BE49-F238E27FC236}">
                <a16:creationId xmlns:a16="http://schemas.microsoft.com/office/drawing/2014/main" id="{9EE01C77-548A-1022-6FA9-91CE69739FFF}"/>
              </a:ext>
            </a:extLst>
          </p:cNvPr>
          <p:cNvSpPr txBox="1">
            <a:spLocks/>
          </p:cNvSpPr>
          <p:nvPr/>
        </p:nvSpPr>
        <p:spPr>
          <a:xfrm>
            <a:off x="1039149" y="3034780"/>
            <a:ext cx="10589633" cy="6181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100" b="0" i="0" kern="1200">
                <a:solidFill>
                  <a:schemeClr val="accent6"/>
                </a:solidFill>
                <a:latin typeface="Sole Repsol Display" panose="020B0604020204020204" pitchFamily="34" charset="0"/>
                <a:ea typeface="+mn-ea"/>
                <a:cs typeface="Sole Repsol Display" panose="020B0604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Sole Repsol Display" panose="020B0604020204020204" pitchFamily="34" charset="0"/>
                <a:ea typeface="+mn-ea"/>
                <a:cs typeface="Sole Repsol Display" panose="020B0604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Sole Repsol Display" panose="020B0604020204020204" pitchFamily="34" charset="0"/>
                <a:ea typeface="+mn-ea"/>
                <a:cs typeface="Sole Repsol Display" panose="020B0604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Sole Repsol Display" panose="020B0604020204020204" pitchFamily="34" charset="0"/>
                <a:ea typeface="+mn-ea"/>
                <a:cs typeface="Sole Repsol Display" panose="020B0604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noProof="0"/>
              <a:t>03 </a:t>
            </a:r>
            <a:r>
              <a:rPr lang="en-US" sz="4400"/>
              <a:t>- ITD NA Infrastructure and Workplace</a:t>
            </a:r>
          </a:p>
          <a:p>
            <a:endParaRPr lang="en-US" sz="4400"/>
          </a:p>
        </p:txBody>
      </p:sp>
      <p:sp>
        <p:nvSpPr>
          <p:cNvPr id="6" name="Marcador de texto 25">
            <a:extLst>
              <a:ext uri="{FF2B5EF4-FFF2-40B4-BE49-F238E27FC236}">
                <a16:creationId xmlns:a16="http://schemas.microsoft.com/office/drawing/2014/main" id="{893AAE4F-2C7B-6F83-68F0-50FA7F7E1876}"/>
              </a:ext>
            </a:extLst>
          </p:cNvPr>
          <p:cNvSpPr txBox="1">
            <a:spLocks/>
          </p:cNvSpPr>
          <p:nvPr/>
        </p:nvSpPr>
        <p:spPr>
          <a:xfrm>
            <a:off x="1384177" y="3652957"/>
            <a:ext cx="5497513" cy="307777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58223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939CD-F7D9-19D5-2327-9D1216D4F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1B4F8B2-26E4-0CA6-10C3-B0E27FD41B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3209" y="127403"/>
            <a:ext cx="9937029" cy="545582"/>
          </a:xfr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ITD North America – Infrastructure &amp; End User Services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0A6B517-8E2A-D769-15D4-D653744A400A}"/>
              </a:ext>
            </a:extLst>
          </p:cNvPr>
          <p:cNvGrpSpPr/>
          <p:nvPr/>
        </p:nvGrpSpPr>
        <p:grpSpPr>
          <a:xfrm>
            <a:off x="698496" y="1095565"/>
            <a:ext cx="10975688" cy="5025729"/>
            <a:chOff x="698496" y="1095565"/>
            <a:chExt cx="10975688" cy="5025729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8D45F4F-1002-DCA3-3396-92453265D802}"/>
                </a:ext>
              </a:extLst>
            </p:cNvPr>
            <p:cNvSpPr/>
            <p:nvPr/>
          </p:nvSpPr>
          <p:spPr>
            <a:xfrm>
              <a:off x="7477088" y="4366430"/>
              <a:ext cx="4197096" cy="1706880"/>
            </a:xfrm>
            <a:custGeom>
              <a:avLst/>
              <a:gdLst>
                <a:gd name="csX0" fmla="*/ 0 w 2634996"/>
                <a:gd name="csY0" fmla="*/ 170688 h 1706880"/>
                <a:gd name="csX1" fmla="*/ 170688 w 2634996"/>
                <a:gd name="csY1" fmla="*/ 0 h 1706880"/>
                <a:gd name="csX2" fmla="*/ 2464308 w 2634996"/>
                <a:gd name="csY2" fmla="*/ 0 h 1706880"/>
                <a:gd name="csX3" fmla="*/ 2634996 w 2634996"/>
                <a:gd name="csY3" fmla="*/ 170688 h 1706880"/>
                <a:gd name="csX4" fmla="*/ 2634996 w 2634996"/>
                <a:gd name="csY4" fmla="*/ 1536192 h 1706880"/>
                <a:gd name="csX5" fmla="*/ 2464308 w 2634996"/>
                <a:gd name="csY5" fmla="*/ 1706880 h 1706880"/>
                <a:gd name="csX6" fmla="*/ 170688 w 2634996"/>
                <a:gd name="csY6" fmla="*/ 1706880 h 1706880"/>
                <a:gd name="csX7" fmla="*/ 0 w 2634996"/>
                <a:gd name="csY7" fmla="*/ 1536192 h 1706880"/>
                <a:gd name="csX8" fmla="*/ 0 w 2634996"/>
                <a:gd name="csY8" fmla="*/ 170688 h 1706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634996" h="1706880">
                  <a:moveTo>
                    <a:pt x="0" y="170688"/>
                  </a:moveTo>
                  <a:cubicBezTo>
                    <a:pt x="0" y="76420"/>
                    <a:pt x="76420" y="0"/>
                    <a:pt x="170688" y="0"/>
                  </a:cubicBezTo>
                  <a:lnTo>
                    <a:pt x="2464308" y="0"/>
                  </a:lnTo>
                  <a:cubicBezTo>
                    <a:pt x="2558576" y="0"/>
                    <a:pt x="2634996" y="76420"/>
                    <a:pt x="2634996" y="170688"/>
                  </a:cubicBezTo>
                  <a:lnTo>
                    <a:pt x="2634996" y="1536192"/>
                  </a:lnTo>
                  <a:cubicBezTo>
                    <a:pt x="2634996" y="1630460"/>
                    <a:pt x="2558576" y="1706880"/>
                    <a:pt x="2464308" y="1706880"/>
                  </a:cubicBezTo>
                  <a:lnTo>
                    <a:pt x="170688" y="1706880"/>
                  </a:lnTo>
                  <a:cubicBezTo>
                    <a:pt x="76420" y="1706880"/>
                    <a:pt x="0" y="1630460"/>
                    <a:pt x="0" y="1536192"/>
                  </a:cubicBezTo>
                  <a:lnTo>
                    <a:pt x="0" y="170688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77524" tIns="87025" rIns="87025" bIns="513745" numCol="1" spcCol="1270" anchor="ctr" anchorCtr="0">
              <a:noAutofit/>
            </a:bodyPr>
            <a:lstStyle/>
            <a:p>
              <a:pPr marL="57150" lvl="1" indent="-57150" algn="r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None/>
              </a:pPr>
              <a:r>
                <a:rPr lang="en-US" sz="1600" b="1">
                  <a:highlight>
                    <a:srgbClr val="FFFF00"/>
                  </a:highlight>
                </a:rPr>
                <a:t>PLACE HOLDER</a:t>
              </a:r>
              <a:endParaRPr lang="en-US" sz="1600" b="1" kern="1200">
                <a:highlight>
                  <a:srgbClr val="FFFF00"/>
                </a:highlight>
              </a:endParaRPr>
            </a:p>
            <a:p>
              <a:pPr marL="57150" lvl="1" indent="-57150" algn="r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None/>
              </a:pPr>
              <a:r>
                <a:rPr lang="en-US" sz="1600" kern="1200"/>
                <a:t>Cybersecurity and LISO oversight providing risk management, OT security governance, and protection of critical infrastructure and operations.</a:t>
              </a: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D6F33AF-BF4B-102B-B7BC-F03420A393DE}"/>
                </a:ext>
              </a:extLst>
            </p:cNvPr>
            <p:cNvSpPr/>
            <p:nvPr/>
          </p:nvSpPr>
          <p:spPr>
            <a:xfrm>
              <a:off x="698496" y="4366430"/>
              <a:ext cx="4197096" cy="1706880"/>
            </a:xfrm>
            <a:custGeom>
              <a:avLst/>
              <a:gdLst>
                <a:gd name="csX0" fmla="*/ 0 w 2634996"/>
                <a:gd name="csY0" fmla="*/ 170688 h 1706880"/>
                <a:gd name="csX1" fmla="*/ 170688 w 2634996"/>
                <a:gd name="csY1" fmla="*/ 0 h 1706880"/>
                <a:gd name="csX2" fmla="*/ 2464308 w 2634996"/>
                <a:gd name="csY2" fmla="*/ 0 h 1706880"/>
                <a:gd name="csX3" fmla="*/ 2634996 w 2634996"/>
                <a:gd name="csY3" fmla="*/ 170688 h 1706880"/>
                <a:gd name="csX4" fmla="*/ 2634996 w 2634996"/>
                <a:gd name="csY4" fmla="*/ 1536192 h 1706880"/>
                <a:gd name="csX5" fmla="*/ 2464308 w 2634996"/>
                <a:gd name="csY5" fmla="*/ 1706880 h 1706880"/>
                <a:gd name="csX6" fmla="*/ 170688 w 2634996"/>
                <a:gd name="csY6" fmla="*/ 1706880 h 1706880"/>
                <a:gd name="csX7" fmla="*/ 0 w 2634996"/>
                <a:gd name="csY7" fmla="*/ 1536192 h 1706880"/>
                <a:gd name="csX8" fmla="*/ 0 w 2634996"/>
                <a:gd name="csY8" fmla="*/ 170688 h 1706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634996" h="1706880">
                  <a:moveTo>
                    <a:pt x="0" y="170688"/>
                  </a:moveTo>
                  <a:cubicBezTo>
                    <a:pt x="0" y="76420"/>
                    <a:pt x="76420" y="0"/>
                    <a:pt x="170688" y="0"/>
                  </a:cubicBezTo>
                  <a:lnTo>
                    <a:pt x="2464308" y="0"/>
                  </a:lnTo>
                  <a:cubicBezTo>
                    <a:pt x="2558576" y="0"/>
                    <a:pt x="2634996" y="76420"/>
                    <a:pt x="2634996" y="170688"/>
                  </a:cubicBezTo>
                  <a:lnTo>
                    <a:pt x="2634996" y="1536192"/>
                  </a:lnTo>
                  <a:cubicBezTo>
                    <a:pt x="2634996" y="1630460"/>
                    <a:pt x="2558576" y="1706880"/>
                    <a:pt x="2464308" y="1706880"/>
                  </a:cubicBezTo>
                  <a:lnTo>
                    <a:pt x="170688" y="1706880"/>
                  </a:lnTo>
                  <a:cubicBezTo>
                    <a:pt x="76420" y="1706880"/>
                    <a:pt x="0" y="1630460"/>
                    <a:pt x="0" y="1536192"/>
                  </a:cubicBezTo>
                  <a:lnTo>
                    <a:pt x="0" y="170688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7025" tIns="87025" rIns="877524" bIns="513745" numCol="1" spcCol="1270" anchor="ctr" anchorCtr="0">
              <a:noAutofit/>
            </a:bodyPr>
            <a:lstStyle/>
            <a:p>
              <a:pPr marL="57150" lvl="1" indent="-57150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600"/>
                <a:t>Network, datacenter, and core infrastructure services ensuring secure connectivity, system stability, and operational resilience.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5AB454D-7A51-BDC3-8AE9-ECE31B082C47}"/>
                </a:ext>
              </a:extLst>
            </p:cNvPr>
            <p:cNvSpPr/>
            <p:nvPr/>
          </p:nvSpPr>
          <p:spPr>
            <a:xfrm>
              <a:off x="7296407" y="1095565"/>
              <a:ext cx="4197096" cy="1706880"/>
            </a:xfrm>
            <a:custGeom>
              <a:avLst/>
              <a:gdLst>
                <a:gd name="csX0" fmla="*/ 0 w 2634996"/>
                <a:gd name="csY0" fmla="*/ 170688 h 1706880"/>
                <a:gd name="csX1" fmla="*/ 170688 w 2634996"/>
                <a:gd name="csY1" fmla="*/ 0 h 1706880"/>
                <a:gd name="csX2" fmla="*/ 2464308 w 2634996"/>
                <a:gd name="csY2" fmla="*/ 0 h 1706880"/>
                <a:gd name="csX3" fmla="*/ 2634996 w 2634996"/>
                <a:gd name="csY3" fmla="*/ 170688 h 1706880"/>
                <a:gd name="csX4" fmla="*/ 2634996 w 2634996"/>
                <a:gd name="csY4" fmla="*/ 1536192 h 1706880"/>
                <a:gd name="csX5" fmla="*/ 2464308 w 2634996"/>
                <a:gd name="csY5" fmla="*/ 1706880 h 1706880"/>
                <a:gd name="csX6" fmla="*/ 170688 w 2634996"/>
                <a:gd name="csY6" fmla="*/ 1706880 h 1706880"/>
                <a:gd name="csX7" fmla="*/ 0 w 2634996"/>
                <a:gd name="csY7" fmla="*/ 1536192 h 1706880"/>
                <a:gd name="csX8" fmla="*/ 0 w 2634996"/>
                <a:gd name="csY8" fmla="*/ 170688 h 1706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634996" h="1706880">
                  <a:moveTo>
                    <a:pt x="0" y="170688"/>
                  </a:moveTo>
                  <a:cubicBezTo>
                    <a:pt x="0" y="76420"/>
                    <a:pt x="76420" y="0"/>
                    <a:pt x="170688" y="0"/>
                  </a:cubicBezTo>
                  <a:lnTo>
                    <a:pt x="2464308" y="0"/>
                  </a:lnTo>
                  <a:cubicBezTo>
                    <a:pt x="2558576" y="0"/>
                    <a:pt x="2634996" y="76420"/>
                    <a:pt x="2634996" y="170688"/>
                  </a:cubicBezTo>
                  <a:lnTo>
                    <a:pt x="2634996" y="1536192"/>
                  </a:lnTo>
                  <a:cubicBezTo>
                    <a:pt x="2634996" y="1630460"/>
                    <a:pt x="2558576" y="1706880"/>
                    <a:pt x="2464308" y="1706880"/>
                  </a:cubicBezTo>
                  <a:lnTo>
                    <a:pt x="170688" y="1706880"/>
                  </a:lnTo>
                  <a:cubicBezTo>
                    <a:pt x="76420" y="1706880"/>
                    <a:pt x="0" y="1630460"/>
                    <a:pt x="0" y="1536192"/>
                  </a:cubicBezTo>
                  <a:lnTo>
                    <a:pt x="0" y="170688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77524" tIns="87025" rIns="87025" bIns="513745" numCol="1" spcCol="1270" anchor="ctr" anchorCtr="0">
              <a:noAutofit/>
            </a:bodyPr>
            <a:lstStyle/>
            <a:p>
              <a:pPr marL="57150" lvl="1" indent="-57150" algn="r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None/>
              </a:pPr>
              <a:r>
                <a:rPr lang="en-US" sz="1600" kern="1200" dirty="0"/>
                <a:t>Corporate mobility services managing an ~850-device fleet with standardized governance, compliance, and cost control across North America.</a:t>
              </a: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C1BA010-5A57-0BF6-8438-806E26FA2E33}"/>
                </a:ext>
              </a:extLst>
            </p:cNvPr>
            <p:cNvSpPr/>
            <p:nvPr/>
          </p:nvSpPr>
          <p:spPr>
            <a:xfrm>
              <a:off x="698497" y="1095565"/>
              <a:ext cx="4197104" cy="1706880"/>
            </a:xfrm>
            <a:custGeom>
              <a:avLst/>
              <a:gdLst>
                <a:gd name="csX0" fmla="*/ 0 w 2634996"/>
                <a:gd name="csY0" fmla="*/ 170688 h 1706880"/>
                <a:gd name="csX1" fmla="*/ 170688 w 2634996"/>
                <a:gd name="csY1" fmla="*/ 0 h 1706880"/>
                <a:gd name="csX2" fmla="*/ 2464308 w 2634996"/>
                <a:gd name="csY2" fmla="*/ 0 h 1706880"/>
                <a:gd name="csX3" fmla="*/ 2634996 w 2634996"/>
                <a:gd name="csY3" fmla="*/ 170688 h 1706880"/>
                <a:gd name="csX4" fmla="*/ 2634996 w 2634996"/>
                <a:gd name="csY4" fmla="*/ 1536192 h 1706880"/>
                <a:gd name="csX5" fmla="*/ 2464308 w 2634996"/>
                <a:gd name="csY5" fmla="*/ 1706880 h 1706880"/>
                <a:gd name="csX6" fmla="*/ 170688 w 2634996"/>
                <a:gd name="csY6" fmla="*/ 1706880 h 1706880"/>
                <a:gd name="csX7" fmla="*/ 0 w 2634996"/>
                <a:gd name="csY7" fmla="*/ 1536192 h 1706880"/>
                <a:gd name="csX8" fmla="*/ 0 w 2634996"/>
                <a:gd name="csY8" fmla="*/ 170688 h 1706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634996" h="1706880">
                  <a:moveTo>
                    <a:pt x="0" y="170688"/>
                  </a:moveTo>
                  <a:cubicBezTo>
                    <a:pt x="0" y="76420"/>
                    <a:pt x="76420" y="0"/>
                    <a:pt x="170688" y="0"/>
                  </a:cubicBezTo>
                  <a:lnTo>
                    <a:pt x="2464308" y="0"/>
                  </a:lnTo>
                  <a:cubicBezTo>
                    <a:pt x="2558576" y="0"/>
                    <a:pt x="2634996" y="76420"/>
                    <a:pt x="2634996" y="170688"/>
                  </a:cubicBezTo>
                  <a:lnTo>
                    <a:pt x="2634996" y="1536192"/>
                  </a:lnTo>
                  <a:cubicBezTo>
                    <a:pt x="2634996" y="1630460"/>
                    <a:pt x="2558576" y="1706880"/>
                    <a:pt x="2464308" y="1706880"/>
                  </a:cubicBezTo>
                  <a:lnTo>
                    <a:pt x="170688" y="1706880"/>
                  </a:lnTo>
                  <a:cubicBezTo>
                    <a:pt x="76420" y="1706880"/>
                    <a:pt x="0" y="1630460"/>
                    <a:pt x="0" y="1536192"/>
                  </a:cubicBezTo>
                  <a:lnTo>
                    <a:pt x="0" y="170688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7025" tIns="87025" rIns="877524" bIns="513745" numCol="1" spcCol="1270" anchor="ctr" anchorCtr="0">
              <a:noAutofit/>
            </a:bodyPr>
            <a:lstStyle/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None/>
              </a:pPr>
              <a:r>
                <a:rPr lang="en-US" sz="1600" kern="1200"/>
                <a:t>End-user computing and workplace support across North America, ensuring reliable day-to-day operations and user productivity.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A4F32E2-7C3B-A72E-30DC-9C6680297519}"/>
                </a:ext>
              </a:extLst>
            </p:cNvPr>
            <p:cNvSpPr/>
            <p:nvPr/>
          </p:nvSpPr>
          <p:spPr>
            <a:xfrm>
              <a:off x="3720334" y="1421996"/>
              <a:ext cx="2309622" cy="2309622"/>
            </a:xfrm>
            <a:custGeom>
              <a:avLst/>
              <a:gdLst>
                <a:gd name="csX0" fmla="*/ 0 w 2309622"/>
                <a:gd name="csY0" fmla="*/ 2309622 h 2309622"/>
                <a:gd name="csX1" fmla="*/ 2309622 w 2309622"/>
                <a:gd name="csY1" fmla="*/ 0 h 2309622"/>
                <a:gd name="csX2" fmla="*/ 2309622 w 2309622"/>
                <a:gd name="csY2" fmla="*/ 2309622 h 2309622"/>
                <a:gd name="csX3" fmla="*/ 0 w 2309622"/>
                <a:gd name="csY3" fmla="*/ 2309622 h 2309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09622" h="2309622">
                  <a:moveTo>
                    <a:pt x="0" y="2309622"/>
                  </a:moveTo>
                  <a:cubicBezTo>
                    <a:pt x="0" y="1034053"/>
                    <a:pt x="1034053" y="0"/>
                    <a:pt x="2309622" y="0"/>
                  </a:cubicBezTo>
                  <a:lnTo>
                    <a:pt x="2309622" y="2309622"/>
                  </a:lnTo>
                  <a:lnTo>
                    <a:pt x="0" y="2309622"/>
                  </a:lnTo>
                  <a:close/>
                </a:path>
              </a:pathLst>
            </a:custGeom>
            <a:gradFill rotWithShape="0">
              <a:gsLst>
                <a:gs pos="10000">
                  <a:srgbClr val="00BED3"/>
                </a:gs>
                <a:gs pos="56000">
                  <a:srgbClr val="00405A"/>
                </a:gs>
                <a:gs pos="85000">
                  <a:srgbClr val="001D39"/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4489" tIns="804489" rIns="128016" bIns="128016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>
                  <a:solidFill>
                    <a:prstClr val="white"/>
                  </a:solidFill>
                  <a:latin typeface="Aptos" panose="02110004020202020204"/>
                  <a:ea typeface="+mn-ea"/>
                  <a:cs typeface="+mn-cs"/>
                </a:rPr>
                <a:t>End User Services</a:t>
              </a: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9370061-1CCE-EC62-FC7B-0ECB12BC3ED7}"/>
                </a:ext>
              </a:extLst>
            </p:cNvPr>
            <p:cNvSpPr/>
            <p:nvPr/>
          </p:nvSpPr>
          <p:spPr>
            <a:xfrm>
              <a:off x="6136637" y="1395369"/>
              <a:ext cx="2309622" cy="2309622"/>
            </a:xfrm>
            <a:custGeom>
              <a:avLst/>
              <a:gdLst>
                <a:gd name="csX0" fmla="*/ 0 w 2309622"/>
                <a:gd name="csY0" fmla="*/ 2309622 h 2309622"/>
                <a:gd name="csX1" fmla="*/ 2309622 w 2309622"/>
                <a:gd name="csY1" fmla="*/ 0 h 2309622"/>
                <a:gd name="csX2" fmla="*/ 2309622 w 2309622"/>
                <a:gd name="csY2" fmla="*/ 2309622 h 2309622"/>
                <a:gd name="csX3" fmla="*/ 0 w 2309622"/>
                <a:gd name="csY3" fmla="*/ 2309622 h 2309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09622" h="2309622">
                  <a:moveTo>
                    <a:pt x="0" y="0"/>
                  </a:moveTo>
                  <a:cubicBezTo>
                    <a:pt x="1275569" y="0"/>
                    <a:pt x="2309622" y="1034053"/>
                    <a:pt x="2309622" y="2309622"/>
                  </a:cubicBezTo>
                  <a:lnTo>
                    <a:pt x="0" y="230962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10000">
                  <a:srgbClr val="00BED3"/>
                </a:gs>
                <a:gs pos="56000">
                  <a:srgbClr val="00405A"/>
                </a:gs>
                <a:gs pos="85000">
                  <a:srgbClr val="001D39"/>
                </a:gs>
              </a:gsLst>
              <a:path path="circle">
                <a:fillToRect l="100000" t="100000"/>
              </a:path>
            </a:gra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8016" tIns="804489" rIns="804489" bIns="128016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>
                  <a:solidFill>
                    <a:prstClr val="white"/>
                  </a:solidFill>
                  <a:latin typeface="Aptos" panose="02110004020202020204"/>
                  <a:ea typeface="+mn-ea"/>
                  <a:cs typeface="+mn-cs"/>
                </a:rPr>
                <a:t>Mobility</a:t>
              </a: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F6630A7-F268-C373-89B8-072987C41A86}"/>
                </a:ext>
              </a:extLst>
            </p:cNvPr>
            <p:cNvSpPr/>
            <p:nvPr/>
          </p:nvSpPr>
          <p:spPr>
            <a:xfrm>
              <a:off x="6136637" y="3811671"/>
              <a:ext cx="2309623" cy="2309623"/>
            </a:xfrm>
            <a:custGeom>
              <a:avLst/>
              <a:gdLst>
                <a:gd name="csX0" fmla="*/ 0 w 2309622"/>
                <a:gd name="csY0" fmla="*/ 2309622 h 2309622"/>
                <a:gd name="csX1" fmla="*/ 2309622 w 2309622"/>
                <a:gd name="csY1" fmla="*/ 0 h 2309622"/>
                <a:gd name="csX2" fmla="*/ 2309622 w 2309622"/>
                <a:gd name="csY2" fmla="*/ 2309622 h 2309622"/>
                <a:gd name="csX3" fmla="*/ 0 w 2309622"/>
                <a:gd name="csY3" fmla="*/ 2309622 h 2309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09622" h="2309622">
                  <a:moveTo>
                    <a:pt x="2309622" y="0"/>
                  </a:moveTo>
                  <a:cubicBezTo>
                    <a:pt x="2309622" y="1275569"/>
                    <a:pt x="1275569" y="2309622"/>
                    <a:pt x="0" y="2309622"/>
                  </a:cubicBezTo>
                  <a:lnTo>
                    <a:pt x="0" y="0"/>
                  </a:lnTo>
                  <a:lnTo>
                    <a:pt x="2309622" y="0"/>
                  </a:lnTo>
                  <a:close/>
                </a:path>
              </a:pathLst>
            </a:custGeom>
            <a:gradFill rotWithShape="0">
              <a:gsLst>
                <a:gs pos="10000">
                  <a:srgbClr val="00BED3"/>
                </a:gs>
                <a:gs pos="56000">
                  <a:srgbClr val="00405A"/>
                </a:gs>
                <a:gs pos="85000">
                  <a:srgbClr val="001D39"/>
                </a:gs>
              </a:gsLst>
              <a:path path="circle">
                <a:fillToRect l="100000" t="100000"/>
              </a:path>
            </a:gra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8016" tIns="128017" rIns="804490" bIns="804489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>
                  <a:solidFill>
                    <a:prstClr val="white"/>
                  </a:solidFill>
                  <a:latin typeface="Aptos" panose="02110004020202020204"/>
                  <a:ea typeface="+mn-ea"/>
                  <a:cs typeface="+mn-cs"/>
                </a:rPr>
                <a:t>Cyber / LISO </a:t>
              </a: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4128A00-2935-6E9A-B5FA-D94AFFEEA973}"/>
                </a:ext>
              </a:extLst>
            </p:cNvPr>
            <p:cNvSpPr/>
            <p:nvPr/>
          </p:nvSpPr>
          <p:spPr>
            <a:xfrm>
              <a:off x="3720335" y="3811672"/>
              <a:ext cx="2309622" cy="2309622"/>
            </a:xfrm>
            <a:custGeom>
              <a:avLst/>
              <a:gdLst>
                <a:gd name="csX0" fmla="*/ 0 w 2309622"/>
                <a:gd name="csY0" fmla="*/ 2309622 h 2309622"/>
                <a:gd name="csX1" fmla="*/ 2309622 w 2309622"/>
                <a:gd name="csY1" fmla="*/ 0 h 2309622"/>
                <a:gd name="csX2" fmla="*/ 2309622 w 2309622"/>
                <a:gd name="csY2" fmla="*/ 2309622 h 2309622"/>
                <a:gd name="csX3" fmla="*/ 0 w 2309622"/>
                <a:gd name="csY3" fmla="*/ 2309622 h 2309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09622" h="2309622">
                  <a:moveTo>
                    <a:pt x="2309622" y="2309622"/>
                  </a:moveTo>
                  <a:cubicBezTo>
                    <a:pt x="1034053" y="2309622"/>
                    <a:pt x="0" y="1275569"/>
                    <a:pt x="0" y="0"/>
                  </a:cubicBezTo>
                  <a:lnTo>
                    <a:pt x="2309622" y="0"/>
                  </a:lnTo>
                  <a:lnTo>
                    <a:pt x="2309622" y="2309622"/>
                  </a:lnTo>
                  <a:close/>
                </a:path>
              </a:pathLst>
            </a:custGeom>
            <a:gradFill rotWithShape="0">
              <a:gsLst>
                <a:gs pos="10000">
                  <a:srgbClr val="00BED3"/>
                </a:gs>
                <a:gs pos="56000">
                  <a:srgbClr val="00405A"/>
                </a:gs>
                <a:gs pos="85000">
                  <a:srgbClr val="001D39"/>
                </a:gs>
              </a:gsLst>
              <a:path path="circle">
                <a:fillToRect l="100000" t="100000"/>
              </a:path>
            </a:gra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4489" tIns="128016" rIns="128016" bIns="804489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>
                  <a:solidFill>
                    <a:prstClr val="white"/>
                  </a:solidFill>
                  <a:latin typeface="Aptos" panose="02110004020202020204"/>
                  <a:ea typeface="+mn-ea"/>
                  <a:cs typeface="+mn-cs"/>
                </a:rPr>
                <a:t>Infrastructure Services</a:t>
              </a:r>
            </a:p>
          </p:txBody>
        </p:sp>
        <p:sp>
          <p:nvSpPr>
            <p:cNvPr id="14" name="Arrow: Circular 13">
              <a:extLst>
                <a:ext uri="{FF2B5EF4-FFF2-40B4-BE49-F238E27FC236}">
                  <a16:creationId xmlns:a16="http://schemas.microsoft.com/office/drawing/2014/main" id="{7A2C955E-B903-37A2-0B15-AAF0E6B554BB}"/>
                </a:ext>
              </a:extLst>
            </p:cNvPr>
            <p:cNvSpPr/>
            <p:nvPr/>
          </p:nvSpPr>
          <p:spPr>
            <a:xfrm>
              <a:off x="5684581" y="3278271"/>
              <a:ext cx="797433" cy="693420"/>
            </a:xfrm>
            <a:prstGeom prst="circularArrow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Arrow: Circular 14">
              <a:extLst>
                <a:ext uri="{FF2B5EF4-FFF2-40B4-BE49-F238E27FC236}">
                  <a16:creationId xmlns:a16="http://schemas.microsoft.com/office/drawing/2014/main" id="{7168F28B-2EED-0E43-E022-86189E452FD0}"/>
                </a:ext>
              </a:extLst>
            </p:cNvPr>
            <p:cNvSpPr/>
            <p:nvPr/>
          </p:nvSpPr>
          <p:spPr>
            <a:xfrm rot="10800000">
              <a:off x="5684581" y="3544972"/>
              <a:ext cx="797433" cy="693420"/>
            </a:xfrm>
            <a:prstGeom prst="circularArrow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5136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B5400-A67E-B8C2-E92E-8674AA2C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FA12DF5-7AD4-FE8C-AB9F-491193F6DE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244" y="416838"/>
            <a:ext cx="9981823" cy="468085"/>
          </a:xfrm>
        </p:spPr>
        <p:txBody>
          <a:bodyPr/>
          <a:lstStyle/>
          <a:p>
            <a:r>
              <a:rPr lang="es-ES"/>
              <a:t>IT&amp;D North America – </a:t>
            </a:r>
            <a:r>
              <a:rPr lang="es-ES" err="1"/>
              <a:t>Infrastructure</a:t>
            </a:r>
            <a:r>
              <a:rPr lang="es-ES"/>
              <a:t> &amp; </a:t>
            </a:r>
            <a:r>
              <a:rPr lang="es-ES" err="1"/>
              <a:t>End</a:t>
            </a:r>
            <a:r>
              <a:rPr lang="es-ES"/>
              <a:t> </a:t>
            </a:r>
            <a:r>
              <a:rPr lang="es-ES" err="1"/>
              <a:t>User</a:t>
            </a:r>
            <a:r>
              <a:rPr lang="es-ES"/>
              <a:t> </a:t>
            </a:r>
            <a:r>
              <a:rPr lang="es-ES" err="1"/>
              <a:t>Services</a:t>
            </a:r>
            <a:endParaRPr lang="es-ES"/>
          </a:p>
        </p:txBody>
      </p:sp>
      <p:sp>
        <p:nvSpPr>
          <p:cNvPr id="14" name="Marcador de pie de página 4">
            <a:extLst>
              <a:ext uri="{FF2B5EF4-FFF2-40B4-BE49-F238E27FC236}">
                <a16:creationId xmlns:a16="http://schemas.microsoft.com/office/drawing/2014/main" id="{073A91C3-E652-9106-8A85-E46AA91E938B}"/>
              </a:ext>
            </a:extLst>
          </p:cNvPr>
          <p:cNvSpPr txBox="1">
            <a:spLocks/>
          </p:cNvSpPr>
          <p:nvPr/>
        </p:nvSpPr>
        <p:spPr>
          <a:xfrm>
            <a:off x="7665584" y="6545739"/>
            <a:ext cx="4114800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>
                <a:latin typeface="Arial" panose="020B0604020202020204" pitchFamily="34" charset="0"/>
                <a:cs typeface="Arial" panose="020B0604020202020204" pitchFamily="34" charset="0"/>
              </a:rPr>
              <a:t>© Repsol, SA (Madrid, 2025). </a:t>
            </a:r>
            <a:r>
              <a:rPr lang="es-ES" err="1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s-E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err="1">
                <a:latin typeface="Arial" panose="020B0604020202020204" pitchFamily="34" charset="0"/>
                <a:cs typeface="Arial" panose="020B0604020202020204" pitchFamily="34" charset="0"/>
              </a:rPr>
              <a:t>rights</a:t>
            </a:r>
            <a:r>
              <a:rPr lang="es-E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err="1">
                <a:latin typeface="Arial" panose="020B0604020202020204" pitchFamily="34" charset="0"/>
                <a:cs typeface="Arial" panose="020B0604020202020204" pitchFamily="34" charset="0"/>
              </a:rPr>
              <a:t>reserved</a:t>
            </a:r>
            <a:r>
              <a:rPr lang="es-ES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A60CE42-6F15-AE0F-2B8E-C041FBF5BFAD}"/>
              </a:ext>
            </a:extLst>
          </p:cNvPr>
          <p:cNvGrpSpPr/>
          <p:nvPr/>
        </p:nvGrpSpPr>
        <p:grpSpPr>
          <a:xfrm>
            <a:off x="4451768" y="1391941"/>
            <a:ext cx="2767429" cy="734215"/>
            <a:chOff x="4451768" y="1391941"/>
            <a:chExt cx="2767429" cy="734215"/>
          </a:xfrm>
        </p:grpSpPr>
        <p:sp>
          <p:nvSpPr>
            <p:cNvPr id="13" name="Rectangle 21">
              <a:extLst>
                <a:ext uri="{FF2B5EF4-FFF2-40B4-BE49-F238E27FC236}">
                  <a16:creationId xmlns:a16="http://schemas.microsoft.com/office/drawing/2014/main" id="{525543DE-6330-C489-BA57-E83367E46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1768" y="1391941"/>
              <a:ext cx="2767429" cy="489416"/>
            </a:xfrm>
            <a:prstGeom prst="parallelogram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altLang="es-ES" sz="11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ITD Infra and </a:t>
              </a:r>
              <a:r>
                <a:rPr lang="es-ES_tradnl" altLang="es-ES" sz="1100" err="1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End</a:t>
              </a:r>
              <a:r>
                <a:rPr lang="es-ES_tradnl" altLang="es-ES" sz="11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S_tradnl" altLang="es-ES" sz="1100" err="1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User</a:t>
              </a:r>
              <a:r>
                <a:rPr lang="es-ES_tradnl" altLang="es-ES" sz="11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S_tradnl" altLang="es-ES" sz="1100" err="1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Services</a:t>
              </a:r>
              <a:r>
                <a:rPr lang="es-ES_tradnl" altLang="es-ES" sz="11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/ LISO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C891F00-74F4-6A6F-5B59-DA88DC4AF0BB}"/>
                </a:ext>
              </a:extLst>
            </p:cNvPr>
            <p:cNvSpPr txBox="1"/>
            <p:nvPr/>
          </p:nvSpPr>
          <p:spPr>
            <a:xfrm>
              <a:off x="4454278" y="1869564"/>
              <a:ext cx="2762409" cy="2565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ctr">
                <a:defRPr sz="1200"/>
              </a:lvl1pPr>
            </a:lstStyle>
            <a:p>
              <a:r>
                <a:rPr lang="en-US" sz="1100">
                  <a:latin typeface="Arial" panose="020B0604020202020204" pitchFamily="34" charset="0"/>
                  <a:cs typeface="Arial" panose="020B0604020202020204" pitchFamily="34" charset="0"/>
                </a:rPr>
                <a:t>Enrique Resina</a:t>
              </a:r>
              <a:endParaRPr lang="en-CA" sz="110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Rectangle 21">
            <a:extLst>
              <a:ext uri="{FF2B5EF4-FFF2-40B4-BE49-F238E27FC236}">
                <a16:creationId xmlns:a16="http://schemas.microsoft.com/office/drawing/2014/main" id="{6EE97640-4B59-BC2E-C6F1-88E5D2B5D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7178" y="2903237"/>
            <a:ext cx="3648885" cy="419570"/>
          </a:xfrm>
          <a:prstGeom prst="parallelogram">
            <a:avLst>
              <a:gd name="adj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altLang="es-ES" sz="110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r>
              <a:rPr lang="es-ES_tradnl" altLang="es-ES" sz="11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altLang="es-ES" sz="110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es-ES_tradnl" altLang="es-ES" sz="11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altLang="es-ES" sz="110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Services</a:t>
            </a:r>
            <a:endParaRPr lang="es-ES_tradnl" altLang="es-ES" sz="11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E07B3A-2A7F-3998-BD00-4F0307DBDE09}"/>
              </a:ext>
            </a:extLst>
          </p:cNvPr>
          <p:cNvGrpSpPr/>
          <p:nvPr/>
        </p:nvGrpSpPr>
        <p:grpSpPr>
          <a:xfrm>
            <a:off x="3744067" y="2877884"/>
            <a:ext cx="4182831" cy="1698117"/>
            <a:chOff x="3744067" y="2877884"/>
            <a:chExt cx="4182831" cy="1698117"/>
          </a:xfrm>
        </p:grpSpPr>
        <p:sp>
          <p:nvSpPr>
            <p:cNvPr id="9" name="Rectangle 21">
              <a:extLst>
                <a:ext uri="{FF2B5EF4-FFF2-40B4-BE49-F238E27FC236}">
                  <a16:creationId xmlns:a16="http://schemas.microsoft.com/office/drawing/2014/main" id="{26DEB01E-9B51-B296-6A32-80079EF23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7246" y="2877884"/>
              <a:ext cx="2876477" cy="444923"/>
            </a:xfrm>
            <a:prstGeom prst="parallelogram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altLang="es-ES" sz="1100" err="1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Infrastructure</a:t>
              </a:r>
              <a:r>
                <a:rPr lang="es-ES_tradnl" altLang="es-ES" sz="11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S_tradnl" altLang="es-ES" sz="1100" err="1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Services</a:t>
              </a:r>
              <a:endParaRPr lang="es-ES_tradnl" altLang="es-ES" sz="11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D6CBEAE-C368-4090-7346-48D0510A3432}"/>
                </a:ext>
              </a:extLst>
            </p:cNvPr>
            <p:cNvGrpSpPr/>
            <p:nvPr/>
          </p:nvGrpSpPr>
          <p:grpSpPr>
            <a:xfrm>
              <a:off x="3744067" y="3589591"/>
              <a:ext cx="4182831" cy="986410"/>
              <a:chOff x="3744067" y="3589591"/>
              <a:chExt cx="4182831" cy="98641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ACA8069B-6396-6AED-18B0-512E8DFCE5DE}"/>
                  </a:ext>
                </a:extLst>
              </p:cNvPr>
              <p:cNvGrpSpPr/>
              <p:nvPr/>
            </p:nvGrpSpPr>
            <p:grpSpPr>
              <a:xfrm>
                <a:off x="3744067" y="3605793"/>
                <a:ext cx="2046941" cy="970208"/>
                <a:chOff x="3744067" y="3605793"/>
                <a:chExt cx="2046941" cy="970208"/>
              </a:xfrm>
            </p:grpSpPr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0A6BDAF-AED6-8764-CA43-347D47418620}"/>
                    </a:ext>
                  </a:extLst>
                </p:cNvPr>
                <p:cNvSpPr txBox="1"/>
                <p:nvPr/>
              </p:nvSpPr>
              <p:spPr>
                <a:xfrm>
                  <a:off x="3755827" y="3987348"/>
                  <a:ext cx="2023421" cy="5886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square" rtlCol="0" anchor="ctr">
                  <a:spAutoFit/>
                </a:bodyPr>
                <a:lstStyle>
                  <a:defPPr>
                    <a:defRPr lang="es-ES"/>
                  </a:defPPr>
                  <a:lvl1pPr algn="ctr">
                    <a:defRPr sz="1200"/>
                  </a:lvl1pPr>
                </a:lstStyle>
                <a:p>
                  <a:endParaRPr lang="en-US" sz="11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r>
                    <a:rPr lang="en-US" sz="110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Wahib</a:t>
                  </a:r>
                  <a:r>
                    <a:rPr lang="en-US" sz="110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sz="110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Bohsain</a:t>
                  </a:r>
                  <a:endParaRPr lang="en-US" sz="11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endParaRPr lang="en-CA" sz="11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Rectangle 21">
                  <a:extLst>
                    <a:ext uri="{FF2B5EF4-FFF2-40B4-BE49-F238E27FC236}">
                      <a16:creationId xmlns:a16="http://schemas.microsoft.com/office/drawing/2014/main" id="{7C0DDB73-4AE6-34F0-622C-82688DD990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44067" y="3605793"/>
                  <a:ext cx="2046941" cy="486957"/>
                </a:xfrm>
                <a:prstGeom prst="parallelogram">
                  <a:avLst>
                    <a:gd name="adj" fmla="val 0"/>
                  </a:avLst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_tradnl" altLang="es-ES" sz="110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Infra. &amp; Network </a:t>
                  </a:r>
                  <a:r>
                    <a:rPr lang="es-ES_tradnl" altLang="es-ES" sz="1100" err="1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Engineer</a:t>
                  </a:r>
                  <a:r>
                    <a:rPr lang="es-ES_tradnl" altLang="es-ES" sz="110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89E4902-6DAE-4909-67B6-1B940EBBF647}"/>
                  </a:ext>
                </a:extLst>
              </p:cNvPr>
              <p:cNvGrpSpPr/>
              <p:nvPr/>
            </p:nvGrpSpPr>
            <p:grpSpPr>
              <a:xfrm>
                <a:off x="5879957" y="3589591"/>
                <a:ext cx="2046941" cy="970207"/>
                <a:chOff x="5879957" y="3589591"/>
                <a:chExt cx="2046941" cy="970207"/>
              </a:xfrm>
            </p:grpSpPr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9E304B8F-1F8B-7CFD-2C1F-D814E7979FA9}"/>
                    </a:ext>
                  </a:extLst>
                </p:cNvPr>
                <p:cNvSpPr txBox="1"/>
                <p:nvPr/>
              </p:nvSpPr>
              <p:spPr>
                <a:xfrm>
                  <a:off x="5891716" y="3971145"/>
                  <a:ext cx="2023421" cy="5886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square" rtlCol="0" anchor="ctr">
                  <a:spAutoFit/>
                </a:bodyPr>
                <a:lstStyle>
                  <a:defPPr>
                    <a:defRPr lang="es-ES"/>
                  </a:defPPr>
                  <a:lvl1pPr algn="ctr">
                    <a:defRPr sz="1200"/>
                  </a:lvl1pPr>
                </a:lstStyle>
                <a:p>
                  <a:endParaRPr lang="en-US" sz="11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r>
                    <a:rPr lang="en-US" sz="1100">
                      <a:latin typeface="Arial" panose="020B0604020202020204" pitchFamily="34" charset="0"/>
                      <a:cs typeface="Arial" panose="020B0604020202020204" pitchFamily="34" charset="0"/>
                    </a:rPr>
                    <a:t>Reinaldo Figueroa</a:t>
                  </a:r>
                </a:p>
                <a:p>
                  <a:endParaRPr lang="en-CA" sz="11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0" name="Rectangle 21">
                  <a:extLst>
                    <a:ext uri="{FF2B5EF4-FFF2-40B4-BE49-F238E27FC236}">
                      <a16:creationId xmlns:a16="http://schemas.microsoft.com/office/drawing/2014/main" id="{60297752-7E79-FDBE-68E9-F5D347C5E6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79957" y="3589591"/>
                  <a:ext cx="2046941" cy="486957"/>
                </a:xfrm>
                <a:prstGeom prst="parallelogram">
                  <a:avLst>
                    <a:gd name="adj" fmla="val 0"/>
                  </a:avLst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_tradnl" altLang="es-ES" sz="110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Infra. &amp; Security </a:t>
                  </a:r>
                  <a:r>
                    <a:rPr lang="es-ES_tradnl" altLang="es-ES" sz="1100" err="1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Analyst</a:t>
                  </a:r>
                  <a:endParaRPr lang="es-ES_tradnl" altLang="es-ES" sz="1100">
                    <a:solidFill>
                      <a:srgbClr val="FFFFFF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94F7D59-5B7C-8F90-45E5-B3DC41A25E8A}"/>
              </a:ext>
            </a:extLst>
          </p:cNvPr>
          <p:cNvGrpSpPr/>
          <p:nvPr/>
        </p:nvGrpSpPr>
        <p:grpSpPr>
          <a:xfrm>
            <a:off x="275601" y="2891334"/>
            <a:ext cx="2878933" cy="1736827"/>
            <a:chOff x="275601" y="2891334"/>
            <a:chExt cx="2878933" cy="1736827"/>
          </a:xfrm>
        </p:grpSpPr>
        <p:sp>
          <p:nvSpPr>
            <p:cNvPr id="4" name="Rectangle 21">
              <a:extLst>
                <a:ext uri="{FF2B5EF4-FFF2-40B4-BE49-F238E27FC236}">
                  <a16:creationId xmlns:a16="http://schemas.microsoft.com/office/drawing/2014/main" id="{94BBA652-6862-8D3C-38F0-5074D11D9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01" y="2891334"/>
              <a:ext cx="2878933" cy="444923"/>
            </a:xfrm>
            <a:prstGeom prst="parallelogram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altLang="es-ES" sz="1100" err="1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Cyber</a:t>
              </a:r>
              <a:r>
                <a:rPr lang="es-ES_tradnl" altLang="es-ES" sz="11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/ LISO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9ACFFC9-8442-12AF-C814-586E42215590}"/>
                </a:ext>
              </a:extLst>
            </p:cNvPr>
            <p:cNvSpPr txBox="1"/>
            <p:nvPr/>
          </p:nvSpPr>
          <p:spPr>
            <a:xfrm>
              <a:off x="703356" y="4039508"/>
              <a:ext cx="2023422" cy="58865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 anchor="ctr">
              <a:spAutoFit/>
            </a:bodyPr>
            <a:lstStyle>
              <a:defPPr>
                <a:defRPr lang="es-ES"/>
              </a:defPPr>
              <a:lvl1pPr algn="ctr">
                <a:defRPr sz="1200"/>
              </a:lvl1pPr>
            </a:lstStyle>
            <a:p>
              <a:endParaRPr lang="en-US" sz="110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1100">
                  <a:latin typeface="Arial" panose="020B0604020202020204" pitchFamily="34" charset="0"/>
                  <a:cs typeface="Arial" panose="020B0604020202020204" pitchFamily="34" charset="0"/>
                </a:rPr>
                <a:t>Reinaldo Figueroa</a:t>
              </a:r>
            </a:p>
            <a:p>
              <a:endParaRPr lang="en-CA" sz="1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Rectangle 21">
              <a:extLst>
                <a:ext uri="{FF2B5EF4-FFF2-40B4-BE49-F238E27FC236}">
                  <a16:creationId xmlns:a16="http://schemas.microsoft.com/office/drawing/2014/main" id="{AA85FAC6-961F-DFBD-D67E-FEE14DFAE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596" y="3657953"/>
              <a:ext cx="2046942" cy="486958"/>
            </a:xfrm>
            <a:prstGeom prst="parallelogram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altLang="es-ES" sz="11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Infra. &amp; Security </a:t>
              </a:r>
              <a:r>
                <a:rPr lang="es-ES_tradnl" altLang="es-ES" sz="1100" err="1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Analyst</a:t>
              </a:r>
              <a:endParaRPr lang="es-ES_tradnl" altLang="es-ES" sz="11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3D029CC8-5360-E781-E59C-E46FC9AD135A}"/>
              </a:ext>
            </a:extLst>
          </p:cNvPr>
          <p:cNvCxnSpPr>
            <a:cxnSpLocks/>
            <a:stCxn id="50" idx="0"/>
            <a:endCxn id="9" idx="3"/>
          </p:cNvCxnSpPr>
          <p:nvPr/>
        </p:nvCxnSpPr>
        <p:spPr>
          <a:xfrm rot="5400000" flipH="1" flipV="1">
            <a:off x="5160018" y="2930327"/>
            <a:ext cx="282986" cy="1067947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6AA461A7-362A-78C0-D6AD-21BB9F11357E}"/>
              </a:ext>
            </a:extLst>
          </p:cNvPr>
          <p:cNvCxnSpPr>
            <a:cxnSpLocks/>
            <a:stCxn id="70" idx="0"/>
            <a:endCxn id="9" idx="3"/>
          </p:cNvCxnSpPr>
          <p:nvPr/>
        </p:nvCxnSpPr>
        <p:spPr>
          <a:xfrm rot="16200000" flipV="1">
            <a:off x="6236065" y="2922227"/>
            <a:ext cx="266784" cy="1067943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EB84105B-F650-2E51-FB77-288E533E153B}"/>
              </a:ext>
            </a:extLst>
          </p:cNvPr>
          <p:cNvCxnSpPr>
            <a:cxnSpLocks/>
            <a:stCxn id="4" idx="3"/>
            <a:endCxn id="73" idx="0"/>
          </p:cNvCxnSpPr>
          <p:nvPr/>
        </p:nvCxnSpPr>
        <p:spPr>
          <a:xfrm flipH="1">
            <a:off x="1715067" y="3336257"/>
            <a:ext cx="1" cy="3216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8" name="Table 167">
            <a:extLst>
              <a:ext uri="{FF2B5EF4-FFF2-40B4-BE49-F238E27FC236}">
                <a16:creationId xmlns:a16="http://schemas.microsoft.com/office/drawing/2014/main" id="{675144C3-4958-F96B-E7FF-3F61911143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697826"/>
              </p:ext>
            </p:extLst>
          </p:nvPr>
        </p:nvGraphicFramePr>
        <p:xfrm>
          <a:off x="8187178" y="3322806"/>
          <a:ext cx="3635272" cy="3044684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817636">
                  <a:extLst>
                    <a:ext uri="{9D8B030D-6E8A-4147-A177-3AD203B41FA5}">
                      <a16:colId xmlns:a16="http://schemas.microsoft.com/office/drawing/2014/main" val="1253447972"/>
                    </a:ext>
                  </a:extLst>
                </a:gridCol>
                <a:gridCol w="1817636">
                  <a:extLst>
                    <a:ext uri="{9D8B030D-6E8A-4147-A177-3AD203B41FA5}">
                      <a16:colId xmlns:a16="http://schemas.microsoft.com/office/drawing/2014/main" val="624666516"/>
                    </a:ext>
                  </a:extLst>
                </a:gridCol>
              </a:tblGrid>
              <a:tr h="350245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Juan Diaz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IT Deskside support Lead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27614932"/>
                  </a:ext>
                </a:extLst>
              </a:tr>
              <a:tr h="350245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Henry Mclaughlin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GBC Deskside support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08850216"/>
                  </a:ext>
                </a:extLst>
              </a:tr>
              <a:tr h="431153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Chris White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(E&amp;P – MBU) Deskside support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89831235"/>
                  </a:ext>
                </a:extLst>
              </a:tr>
              <a:tr h="431153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Travis McGee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(E&amp;P – EFBU) Deskside support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40701718"/>
                  </a:ext>
                </a:extLst>
              </a:tr>
              <a:tr h="431153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Sierra Khosla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(HOU) Mobility Admin &amp; Deskside support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16256743"/>
                  </a:ext>
                </a:extLst>
              </a:tr>
              <a:tr h="350245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Miguel Ramirez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(HOU) Deskside Support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45525102"/>
                  </a:ext>
                </a:extLst>
              </a:tr>
              <a:tr h="350245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Roberto Zepeda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(HOU) Deskside support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644352"/>
                  </a:ext>
                </a:extLst>
              </a:tr>
              <a:tr h="350245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Anthony Agostini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(HOU) Deskside support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789393"/>
                  </a:ext>
                </a:extLst>
              </a:tr>
            </a:tbl>
          </a:graphicData>
        </a:graphic>
      </p:graphicFrame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F1F5F16A-513F-97A9-59F0-3AEA76E28464}"/>
              </a:ext>
            </a:extLst>
          </p:cNvPr>
          <p:cNvCxnSpPr>
            <a:cxnSpLocks/>
            <a:stCxn id="15" idx="2"/>
            <a:endCxn id="9" idx="0"/>
          </p:cNvCxnSpPr>
          <p:nvPr/>
        </p:nvCxnSpPr>
        <p:spPr>
          <a:xfrm>
            <a:off x="5835483" y="2126156"/>
            <a:ext cx="2" cy="751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Connector: Elbow 181">
            <a:extLst>
              <a:ext uri="{FF2B5EF4-FFF2-40B4-BE49-F238E27FC236}">
                <a16:creationId xmlns:a16="http://schemas.microsoft.com/office/drawing/2014/main" id="{8DBD2FE6-D590-143F-D906-344F33633399}"/>
              </a:ext>
            </a:extLst>
          </p:cNvPr>
          <p:cNvCxnSpPr>
            <a:cxnSpLocks/>
            <a:stCxn id="15" idx="2"/>
            <a:endCxn id="4" idx="0"/>
          </p:cNvCxnSpPr>
          <p:nvPr/>
        </p:nvCxnSpPr>
        <p:spPr>
          <a:xfrm rot="5400000">
            <a:off x="3392687" y="448538"/>
            <a:ext cx="765178" cy="4120415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6A319826-46A4-19D3-1C3E-E5E17424FC15}"/>
              </a:ext>
            </a:extLst>
          </p:cNvPr>
          <p:cNvCxnSpPr>
            <a:cxnSpLocks/>
            <a:stCxn id="15" idx="2"/>
            <a:endCxn id="8" idx="0"/>
          </p:cNvCxnSpPr>
          <p:nvPr/>
        </p:nvCxnSpPr>
        <p:spPr>
          <a:xfrm rot="16200000" flipH="1">
            <a:off x="7535012" y="426627"/>
            <a:ext cx="777081" cy="4176138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450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74B4C0F-6ABF-E57D-C93F-6DCEAC9AA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1F52A9C-B702-E3CB-B56A-6B1057A2B6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244" y="416838"/>
            <a:ext cx="9981823" cy="468085"/>
          </a:xfrm>
        </p:spPr>
        <p:txBody>
          <a:bodyPr/>
          <a:lstStyle/>
          <a:p>
            <a:r>
              <a:rPr lang="es-ES"/>
              <a:t>IT&amp;D North America – </a:t>
            </a:r>
            <a:r>
              <a:rPr lang="es-ES" err="1"/>
              <a:t>Infrastructure</a:t>
            </a:r>
            <a:r>
              <a:rPr lang="es-ES"/>
              <a:t> &amp; </a:t>
            </a:r>
            <a:r>
              <a:rPr lang="es-ES" err="1"/>
              <a:t>End</a:t>
            </a:r>
            <a:r>
              <a:rPr lang="es-ES"/>
              <a:t> </a:t>
            </a:r>
            <a:r>
              <a:rPr lang="es-ES" err="1"/>
              <a:t>User</a:t>
            </a:r>
            <a:r>
              <a:rPr lang="es-ES"/>
              <a:t> </a:t>
            </a:r>
            <a:r>
              <a:rPr lang="es-ES" err="1"/>
              <a:t>Services</a:t>
            </a:r>
            <a:endParaRPr lang="es-ES"/>
          </a:p>
        </p:txBody>
      </p:sp>
      <p:sp>
        <p:nvSpPr>
          <p:cNvPr id="14" name="Marcador de pie de página 4">
            <a:extLst>
              <a:ext uri="{FF2B5EF4-FFF2-40B4-BE49-F238E27FC236}">
                <a16:creationId xmlns:a16="http://schemas.microsoft.com/office/drawing/2014/main" id="{BE0568A8-5B5E-B2EC-4604-BFBDB6B67159}"/>
              </a:ext>
            </a:extLst>
          </p:cNvPr>
          <p:cNvSpPr txBox="1">
            <a:spLocks/>
          </p:cNvSpPr>
          <p:nvPr/>
        </p:nvSpPr>
        <p:spPr>
          <a:xfrm>
            <a:off x="7767452" y="6495226"/>
            <a:ext cx="4114800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>
                <a:latin typeface="Arial" panose="020B0604020202020204" pitchFamily="34" charset="0"/>
                <a:cs typeface="Arial" panose="020B0604020202020204" pitchFamily="34" charset="0"/>
              </a:rPr>
              <a:t>© Repsol, SA (Madrid, 2025). </a:t>
            </a:r>
            <a:r>
              <a:rPr lang="es-ES" err="1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s-E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err="1">
                <a:latin typeface="Arial" panose="020B0604020202020204" pitchFamily="34" charset="0"/>
                <a:cs typeface="Arial" panose="020B0604020202020204" pitchFamily="34" charset="0"/>
              </a:rPr>
              <a:t>rights</a:t>
            </a:r>
            <a:r>
              <a:rPr lang="es-E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err="1">
                <a:latin typeface="Arial" panose="020B0604020202020204" pitchFamily="34" charset="0"/>
                <a:cs typeface="Arial" panose="020B0604020202020204" pitchFamily="34" charset="0"/>
              </a:rPr>
              <a:t>reserved</a:t>
            </a:r>
            <a:r>
              <a:rPr lang="es-ES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D936B9A-EF77-69DB-9F5E-94E47A901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664339"/>
              </p:ext>
            </p:extLst>
          </p:nvPr>
        </p:nvGraphicFramePr>
        <p:xfrm>
          <a:off x="6971005" y="3595253"/>
          <a:ext cx="4656838" cy="2721578"/>
        </p:xfrm>
        <a:graphic>
          <a:graphicData uri="http://schemas.openxmlformats.org/drawingml/2006/table">
            <a:tbl>
              <a:tblPr firstRow="1" bandRow="1"/>
              <a:tblGrid>
                <a:gridCol w="2328419">
                  <a:extLst>
                    <a:ext uri="{9D8B030D-6E8A-4147-A177-3AD203B41FA5}">
                      <a16:colId xmlns:a16="http://schemas.microsoft.com/office/drawing/2014/main" val="1588716855"/>
                    </a:ext>
                  </a:extLst>
                </a:gridCol>
                <a:gridCol w="2328419">
                  <a:extLst>
                    <a:ext uri="{9D8B030D-6E8A-4147-A177-3AD203B41FA5}">
                      <a16:colId xmlns:a16="http://schemas.microsoft.com/office/drawing/2014/main" val="909701283"/>
                    </a:ext>
                  </a:extLst>
                </a:gridCol>
              </a:tblGrid>
              <a:tr h="230997"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01E37"/>
                          </a:solidFill>
                        </a:rPr>
                        <a:t>End User Services</a:t>
                      </a:r>
                    </a:p>
                  </a:txBody>
                  <a:tcPr marL="2743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001E37"/>
                        </a:solidFill>
                      </a:endParaRPr>
                    </a:p>
                  </a:txBody>
                  <a:tcPr marL="2743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662659"/>
                  </a:ext>
                </a:extLst>
              </a:tr>
              <a:tr h="3603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lang="en-US" sz="1100">
                          <a:solidFill>
                            <a:srgbClr val="001E37"/>
                          </a:solidFill>
                        </a:rPr>
                        <a:t>Juan Diaz (RF)</a:t>
                      </a:r>
                    </a:p>
                  </a:txBody>
                  <a:tcPr marL="274320" anchor="ctr">
                    <a:lnL w="12700" cmpd="sng"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lang="en-US" sz="1100">
                          <a:solidFill>
                            <a:srgbClr val="001E37"/>
                          </a:solidFill>
                        </a:rPr>
                        <a:t>Coordinator &amp; escalation lead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208908"/>
                  </a:ext>
                </a:extLst>
              </a:tr>
              <a:tr h="3319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rgbClr val="001E37"/>
                          </a:solidFill>
                          <a:latin typeface="+mn-lt"/>
                          <a:ea typeface="+mn-ea"/>
                          <a:cs typeface="+mn-cs"/>
                        </a:rPr>
                        <a:t>Henry Mclaughlin (DT)</a:t>
                      </a:r>
                    </a:p>
                  </a:txBody>
                  <a:tcPr marL="274320" anchor="ctr">
                    <a:lnL w="12700" cmpd="sng"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rgbClr val="001E37"/>
                          </a:solidFill>
                          <a:latin typeface="+mn-lt"/>
                          <a:ea typeface="+mn-ea"/>
                          <a:cs typeface="+mn-cs"/>
                        </a:rPr>
                        <a:t>LCG Support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195800"/>
                  </a:ext>
                </a:extLst>
              </a:tr>
              <a:tr h="2686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rgbClr val="001E37"/>
                          </a:solidFill>
                          <a:latin typeface="+mn-lt"/>
                          <a:ea typeface="+mn-ea"/>
                          <a:cs typeface="+mn-cs"/>
                        </a:rPr>
                        <a:t>Chris White (MBU)</a:t>
                      </a:r>
                    </a:p>
                  </a:txBody>
                  <a:tcPr marL="274320" anchor="ctr">
                    <a:lnL w="12700" cmpd="sng"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rgbClr val="001E37"/>
                          </a:solidFill>
                          <a:latin typeface="+mn-lt"/>
                          <a:ea typeface="+mn-ea"/>
                          <a:cs typeface="+mn-cs"/>
                        </a:rPr>
                        <a:t>MBU support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732383"/>
                  </a:ext>
                </a:extLst>
              </a:tr>
              <a:tr h="2686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rgbClr val="001E37"/>
                          </a:solidFill>
                          <a:latin typeface="+mn-lt"/>
                          <a:ea typeface="+mn-ea"/>
                          <a:cs typeface="+mn-cs"/>
                        </a:rPr>
                        <a:t>Travis McGee (EFBU)</a:t>
                      </a:r>
                    </a:p>
                  </a:txBody>
                  <a:tcPr marL="274320" anchor="ctr">
                    <a:lnL w="12700" cmpd="sng"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rgbClr val="001E37"/>
                          </a:solidFill>
                          <a:latin typeface="+mn-lt"/>
                          <a:ea typeface="+mn-ea"/>
                          <a:cs typeface="+mn-cs"/>
                        </a:rPr>
                        <a:t>EFBU support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069083"/>
                  </a:ext>
                </a:extLst>
              </a:tr>
              <a:tr h="36031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rgbClr val="001E37"/>
                          </a:solidFill>
                          <a:latin typeface="+mn-lt"/>
                          <a:ea typeface="+mn-ea"/>
                          <a:cs typeface="+mn-cs"/>
                        </a:rPr>
                        <a:t>Sierra Stone (RF)</a:t>
                      </a:r>
                    </a:p>
                  </a:txBody>
                  <a:tcPr marL="274320" anchor="ctr">
                    <a:lnL w="12700" cmpd="sng"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rgbClr val="001E37"/>
                          </a:solidFill>
                          <a:latin typeface="+mn-lt"/>
                          <a:ea typeface="+mn-ea"/>
                          <a:cs typeface="+mn-cs"/>
                        </a:rPr>
                        <a:t>Deskside support / Mobility Administrator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115866"/>
                  </a:ext>
                </a:extLst>
              </a:tr>
              <a:tr h="2686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rgbClr val="001E37"/>
                          </a:solidFill>
                          <a:latin typeface="+mn-lt"/>
                          <a:ea typeface="+mn-ea"/>
                          <a:cs typeface="+mn-cs"/>
                        </a:rPr>
                        <a:t>Roberto Zepeda (RF)</a:t>
                      </a:r>
                    </a:p>
                  </a:txBody>
                  <a:tcPr marL="274320" anchor="ctr">
                    <a:lnL w="12700" cmpd="sng"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rgbClr val="001E37"/>
                          </a:solidFill>
                          <a:latin typeface="+mn-lt"/>
                          <a:ea typeface="+mn-ea"/>
                          <a:cs typeface="+mn-cs"/>
                        </a:rPr>
                        <a:t>Deskside support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64908"/>
                  </a:ext>
                </a:extLst>
              </a:tr>
              <a:tr h="26869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rgbClr val="001E37"/>
                          </a:solidFill>
                          <a:latin typeface="+mn-lt"/>
                          <a:ea typeface="+mn-ea"/>
                          <a:cs typeface="+mn-cs"/>
                        </a:rPr>
                        <a:t>Miguel Ramirez (RF)</a:t>
                      </a:r>
                    </a:p>
                  </a:txBody>
                  <a:tcPr marL="274320" anchor="ctr">
                    <a:lnL w="12700" cmpd="sng"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1E37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Deskside support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7103"/>
                  </a:ext>
                </a:extLst>
              </a:tr>
              <a:tr h="26869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rgbClr val="001E37"/>
                          </a:solidFill>
                          <a:latin typeface="+mn-lt"/>
                          <a:ea typeface="+mn-ea"/>
                          <a:cs typeface="+mn-cs"/>
                        </a:rPr>
                        <a:t>Anthony Agostini (RF)</a:t>
                      </a:r>
                    </a:p>
                  </a:txBody>
                  <a:tcPr marL="274320" anchor="ctr">
                    <a:lnL w="12700" cmpd="sng"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1E37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Deskside support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257841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9257152-C5FB-C5C4-31CC-8CF224D88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661528"/>
              </p:ext>
            </p:extLst>
          </p:nvPr>
        </p:nvGraphicFramePr>
        <p:xfrm>
          <a:off x="246583" y="3642498"/>
          <a:ext cx="3594722" cy="2627089"/>
        </p:xfrm>
        <a:graphic>
          <a:graphicData uri="http://schemas.openxmlformats.org/drawingml/2006/table">
            <a:tbl>
              <a:tblPr firstRow="1" bandRow="1"/>
              <a:tblGrid>
                <a:gridCol w="1872704">
                  <a:extLst>
                    <a:ext uri="{9D8B030D-6E8A-4147-A177-3AD203B41FA5}">
                      <a16:colId xmlns:a16="http://schemas.microsoft.com/office/drawing/2014/main" val="1588716855"/>
                    </a:ext>
                  </a:extLst>
                </a:gridCol>
                <a:gridCol w="1722018">
                  <a:extLst>
                    <a:ext uri="{9D8B030D-6E8A-4147-A177-3AD203B41FA5}">
                      <a16:colId xmlns:a16="http://schemas.microsoft.com/office/drawing/2014/main" val="909701283"/>
                    </a:ext>
                  </a:extLst>
                </a:gridCol>
              </a:tblGrid>
              <a:tr h="41355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rgbClr val="001E37"/>
                          </a:solidFill>
                        </a:rPr>
                        <a:t>Infrastructure Services</a:t>
                      </a:r>
                    </a:p>
                  </a:txBody>
                  <a:tcPr marL="2743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/>
                    </a:p>
                  </a:txBody>
                  <a:tcPr marL="2743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208908"/>
                  </a:ext>
                </a:extLst>
              </a:tr>
              <a:tr h="5760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100" b="1" kern="1200" err="1">
                          <a:solidFill>
                            <a:srgbClr val="001E37"/>
                          </a:solidFill>
                          <a:latin typeface="+mn-lt"/>
                          <a:ea typeface="+mn-ea"/>
                          <a:cs typeface="+mn-cs"/>
                        </a:rPr>
                        <a:t>Wahib</a:t>
                      </a:r>
                      <a:r>
                        <a:rPr lang="en-US" sz="1100" b="1" kern="1200">
                          <a:solidFill>
                            <a:srgbClr val="001E37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b="1" kern="1200" err="1">
                          <a:solidFill>
                            <a:srgbClr val="001E37"/>
                          </a:solidFill>
                          <a:latin typeface="+mn-lt"/>
                          <a:ea typeface="+mn-ea"/>
                          <a:cs typeface="+mn-cs"/>
                        </a:rPr>
                        <a:t>Bohsaim</a:t>
                      </a:r>
                      <a:endParaRPr lang="en-US" sz="1100" b="1" kern="1200">
                        <a:solidFill>
                          <a:srgbClr val="001E37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0" anchor="ctr">
                    <a:lnL w="12700" cmpd="sng"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rgbClr val="001E37"/>
                          </a:solidFill>
                          <a:latin typeface="+mn-lt"/>
                          <a:ea typeface="+mn-ea"/>
                          <a:cs typeface="+mn-cs"/>
                        </a:rPr>
                        <a:t>Infrastructure &amp; Network Engineer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195800"/>
                  </a:ext>
                </a:extLst>
              </a:tr>
              <a:tr h="4135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rgbClr val="001E37"/>
                          </a:solidFill>
                          <a:latin typeface="+mn-lt"/>
                          <a:ea typeface="+mn-ea"/>
                          <a:cs typeface="+mn-cs"/>
                        </a:rPr>
                        <a:t>Reinaldo Figueroa</a:t>
                      </a:r>
                    </a:p>
                  </a:txBody>
                  <a:tcPr marL="274320" anchor="ctr">
                    <a:lnL w="12700" cmpd="sng"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rgbClr val="001E37"/>
                          </a:solidFill>
                          <a:latin typeface="+mn-lt"/>
                          <a:ea typeface="+mn-ea"/>
                          <a:cs typeface="+mn-cs"/>
                        </a:rPr>
                        <a:t>Infrastructure &amp; Security Analyst</a:t>
                      </a:r>
                    </a:p>
                  </a:txBody>
                  <a:tcPr marL="2743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6204956"/>
                  </a:ext>
                </a:extLst>
              </a:tr>
              <a:tr h="4135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rgbClr val="001E37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0" anchor="ctr">
                    <a:lnL w="12700" cmpd="sng"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rgbClr val="001E37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732383"/>
                  </a:ext>
                </a:extLst>
              </a:tr>
              <a:tr h="3986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rgbClr val="001E37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0" anchor="ctr">
                    <a:lnL w="12700" cmpd="sng"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rgbClr val="001E37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069083"/>
                  </a:ext>
                </a:extLst>
              </a:tr>
              <a:tr h="3986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rgbClr val="001E37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0" anchor="ctr">
                    <a:lnL w="12700" cmpd="sng"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rgbClr val="001E37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649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0F4B726-A729-2DD3-48C5-FC9C9FB6AA72}"/>
              </a:ext>
            </a:extLst>
          </p:cNvPr>
          <p:cNvSpPr txBox="1"/>
          <p:nvPr/>
        </p:nvSpPr>
        <p:spPr>
          <a:xfrm>
            <a:off x="666750" y="6364019"/>
            <a:ext cx="527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  <a:highlight>
                  <a:srgbClr val="FFFF00"/>
                </a:highlight>
              </a:rPr>
              <a:t>Please add LISO/CYBER as part of the area services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5D83E95F-F962-CB52-888B-47344AD1E4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8226226"/>
              </p:ext>
            </p:extLst>
          </p:nvPr>
        </p:nvGraphicFramePr>
        <p:xfrm>
          <a:off x="1161464" y="772997"/>
          <a:ext cx="9490825" cy="31749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80311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arcador de texto 1">
            <a:extLst>
              <a:ext uri="{FF2B5EF4-FFF2-40B4-BE49-F238E27FC236}">
                <a16:creationId xmlns:a16="http://schemas.microsoft.com/office/drawing/2014/main" id="{CA39811A-F1D8-547E-52A8-3E4C026E4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4799" y="416838"/>
            <a:ext cx="9186626" cy="468085"/>
          </a:xfrm>
        </p:spPr>
        <p:txBody>
          <a:bodyPr/>
          <a:lstStyle/>
          <a:p>
            <a:pPr algn="l"/>
            <a:r>
              <a:rPr lang="es-ES" sz="2800"/>
              <a:t>IT&amp;D North America – Services &amp; </a:t>
            </a:r>
            <a:r>
              <a:rPr lang="es-ES" sz="2800" err="1"/>
              <a:t>Footprint</a:t>
            </a:r>
            <a:r>
              <a:rPr lang="es-ES" sz="2800"/>
              <a:t> </a:t>
            </a:r>
            <a:r>
              <a:rPr lang="es-ES" sz="2800" err="1"/>
              <a:t>Summary</a:t>
            </a:r>
            <a:endParaRPr lang="es-ES" sz="280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CEE4A46-16D1-4D58-379C-AF8ED8F3259B}"/>
              </a:ext>
            </a:extLst>
          </p:cNvPr>
          <p:cNvGrpSpPr/>
          <p:nvPr/>
        </p:nvGrpSpPr>
        <p:grpSpPr>
          <a:xfrm>
            <a:off x="6999685" y="1055770"/>
            <a:ext cx="4983480" cy="5162149"/>
            <a:chOff x="197059" y="1198301"/>
            <a:chExt cx="4747096" cy="537759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C72EDAC-AE00-D8C0-17D7-06FC2C36A501}"/>
                </a:ext>
              </a:extLst>
            </p:cNvPr>
            <p:cNvGrpSpPr/>
            <p:nvPr/>
          </p:nvGrpSpPr>
          <p:grpSpPr>
            <a:xfrm>
              <a:off x="197059" y="1198301"/>
              <a:ext cx="4747096" cy="5377597"/>
              <a:chOff x="5553234" y="1393162"/>
              <a:chExt cx="4141819" cy="4242187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6EDFDE4D-1B95-19E2-348A-3D7D509838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53234" y="1393162"/>
                <a:ext cx="4141819" cy="424218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C94738-1852-87D5-DCEE-ECD8E5A66101}"/>
                  </a:ext>
                </a:extLst>
              </p:cNvPr>
              <p:cNvSpPr txBox="1"/>
              <p:nvPr/>
            </p:nvSpPr>
            <p:spPr>
              <a:xfrm>
                <a:off x="5946428" y="1984824"/>
                <a:ext cx="72968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121912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Alaska (17)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83F4DF6-BB07-F221-95BE-A38E5A1C2B07}"/>
                  </a:ext>
                </a:extLst>
              </p:cNvPr>
              <p:cNvSpPr txBox="1"/>
              <p:nvPr/>
            </p:nvSpPr>
            <p:spPr>
              <a:xfrm>
                <a:off x="8392342" y="3640028"/>
                <a:ext cx="657509" cy="1894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121912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b="1" kern="0">
                    <a:solidFill>
                      <a:srgbClr val="FFFFFF"/>
                    </a:solidFill>
                  </a:rPr>
                  <a:t>MBU</a:t>
                </a:r>
                <a:r>
                  <a:rPr kumimoji="0" lang="en-US" sz="8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 (255)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C62594-1C0D-E4AC-3165-7562C3FBF5CA}"/>
                  </a:ext>
                </a:extLst>
              </p:cNvPr>
              <p:cNvSpPr txBox="1"/>
              <p:nvPr/>
            </p:nvSpPr>
            <p:spPr>
              <a:xfrm>
                <a:off x="7889950" y="3612436"/>
                <a:ext cx="176954" cy="1894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121912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3C68E66-9F56-6BFF-61E0-89D1947E89FB}"/>
                  </a:ext>
                </a:extLst>
              </p:cNvPr>
              <p:cNvSpPr/>
              <p:nvPr/>
            </p:nvSpPr>
            <p:spPr>
              <a:xfrm>
                <a:off x="8936610" y="3696203"/>
                <a:ext cx="75142" cy="77116"/>
              </a:xfrm>
              <a:prstGeom prst="ellipse">
                <a:avLst/>
              </a:prstGeom>
              <a:solidFill>
                <a:srgbClr val="C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12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842640-0BA3-73E5-AE64-2130F6F1258A}"/>
                  </a:ext>
                </a:extLst>
              </p:cNvPr>
              <p:cNvSpPr txBox="1"/>
              <p:nvPr/>
            </p:nvSpPr>
            <p:spPr>
              <a:xfrm>
                <a:off x="7317169" y="4995830"/>
                <a:ext cx="823812" cy="1748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000" b="1"/>
                </a:lvl1pPr>
              </a:lstStyle>
              <a:p>
                <a:pPr marL="0" marR="0" lvl="0" indent="0" defTabSz="121912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kern="0">
                    <a:solidFill>
                      <a:srgbClr val="FFFFFF"/>
                    </a:solidFill>
                  </a:rPr>
                  <a:t>Houston</a:t>
                </a:r>
                <a:r>
                  <a:rPr kumimoji="0" lang="en-US" sz="8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</a:rPr>
                  <a:t> (323)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1AC125B-5E35-DD7D-E5FB-7AA69C65BBFA}"/>
                  </a:ext>
                </a:extLst>
              </p:cNvPr>
              <p:cNvSpPr txBox="1"/>
              <p:nvPr/>
            </p:nvSpPr>
            <p:spPr>
              <a:xfrm>
                <a:off x="7000471" y="4818709"/>
                <a:ext cx="702038" cy="1894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121912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b="1" kern="0">
                    <a:solidFill>
                      <a:srgbClr val="FFFFFF"/>
                    </a:solidFill>
                  </a:rPr>
                  <a:t>EFBU (166)</a:t>
                </a:r>
                <a:endParaRPr kumimoji="0" lang="en-US" sz="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F9485B-BFC5-97B6-CC6B-F259BE3B8B36}"/>
                  </a:ext>
                </a:extLst>
              </p:cNvPr>
              <p:cNvSpPr txBox="1"/>
              <p:nvPr/>
            </p:nvSpPr>
            <p:spPr>
              <a:xfrm>
                <a:off x="7702508" y="3331900"/>
                <a:ext cx="854055" cy="1894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121912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CNF - Chicago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9404099-E122-6A3A-9F2B-2D9B12EFB9F4}"/>
                  </a:ext>
                </a:extLst>
              </p:cNvPr>
              <p:cNvSpPr/>
              <p:nvPr/>
            </p:nvSpPr>
            <p:spPr>
              <a:xfrm>
                <a:off x="8458663" y="3385906"/>
                <a:ext cx="79254" cy="81456"/>
              </a:xfrm>
              <a:prstGeom prst="ellipse">
                <a:avLst/>
              </a:prstGeom>
              <a:solidFill>
                <a:srgbClr val="C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12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285EE5E1-027E-F63A-AD4C-A5D01113DC23}"/>
                  </a:ext>
                </a:extLst>
              </p:cNvPr>
              <p:cNvSpPr/>
              <p:nvPr/>
            </p:nvSpPr>
            <p:spPr>
              <a:xfrm>
                <a:off x="6429454" y="2200268"/>
                <a:ext cx="75142" cy="77116"/>
              </a:xfrm>
              <a:prstGeom prst="ellipse">
                <a:avLst/>
              </a:prstGeom>
              <a:solidFill>
                <a:srgbClr val="C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12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DA3DBBC3-E212-DE37-64AE-E2D4805D952A}"/>
                  </a:ext>
                </a:extLst>
              </p:cNvPr>
              <p:cNvSpPr/>
              <p:nvPr/>
            </p:nvSpPr>
            <p:spPr>
              <a:xfrm>
                <a:off x="7593537" y="4876300"/>
                <a:ext cx="79254" cy="81456"/>
              </a:xfrm>
              <a:prstGeom prst="ellipse">
                <a:avLst/>
              </a:prstGeom>
              <a:solidFill>
                <a:srgbClr val="C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12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F11EDB5-6217-F154-1E87-0A644A03854F}"/>
                </a:ext>
              </a:extLst>
            </p:cNvPr>
            <p:cNvSpPr txBox="1"/>
            <p:nvPr/>
          </p:nvSpPr>
          <p:spPr>
            <a:xfrm>
              <a:off x="3081286" y="5613691"/>
              <a:ext cx="89159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121912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CNF - Miami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2F2ECC6-48F9-74C9-1984-9B1CA4123B62}"/>
                </a:ext>
              </a:extLst>
            </p:cNvPr>
            <p:cNvSpPr/>
            <p:nvPr/>
          </p:nvSpPr>
          <p:spPr>
            <a:xfrm>
              <a:off x="3815635" y="5822533"/>
              <a:ext cx="83616" cy="100379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2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E24FDCF-359E-3097-62D7-AB11F3651D14}"/>
                </a:ext>
              </a:extLst>
            </p:cNvPr>
            <p:cNvSpPr/>
            <p:nvPr/>
          </p:nvSpPr>
          <p:spPr>
            <a:xfrm>
              <a:off x="3009782" y="5822533"/>
              <a:ext cx="83616" cy="100379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2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536BB40-C283-18E4-F6F5-BA4B04353A4D}"/>
                </a:ext>
              </a:extLst>
            </p:cNvPr>
            <p:cNvSpPr txBox="1"/>
            <p:nvPr/>
          </p:nvSpPr>
          <p:spPr>
            <a:xfrm>
              <a:off x="1570295" y="2891203"/>
              <a:ext cx="77457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121912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 kern="0">
                  <a:solidFill>
                    <a:srgbClr val="FFFFFF"/>
                  </a:solidFill>
                </a:rPr>
                <a:t>Calgary</a:t>
              </a:r>
              <a:r>
                <a:rPr kumimoji="0" lang="en-US" sz="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 (20)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3A1E20D-8078-4D25-B668-6310ACB2A40E}"/>
                </a:ext>
              </a:extLst>
            </p:cNvPr>
            <p:cNvSpPr/>
            <p:nvPr/>
          </p:nvSpPr>
          <p:spPr>
            <a:xfrm>
              <a:off x="2305227" y="2998925"/>
              <a:ext cx="79277" cy="95031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2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94E9AFB-AD0E-7B7E-BFAF-D93F341651B3}"/>
              </a:ext>
            </a:extLst>
          </p:cNvPr>
          <p:cNvGraphicFramePr>
            <a:graphicFrameLocks noGrp="1"/>
          </p:cNvGraphicFramePr>
          <p:nvPr/>
        </p:nvGraphicFramePr>
        <p:xfrm>
          <a:off x="235490" y="1202075"/>
          <a:ext cx="6551940" cy="2044045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183980">
                  <a:extLst>
                    <a:ext uri="{9D8B030D-6E8A-4147-A177-3AD203B41FA5}">
                      <a16:colId xmlns:a16="http://schemas.microsoft.com/office/drawing/2014/main" val="1907117516"/>
                    </a:ext>
                  </a:extLst>
                </a:gridCol>
                <a:gridCol w="2183980">
                  <a:extLst>
                    <a:ext uri="{9D8B030D-6E8A-4147-A177-3AD203B41FA5}">
                      <a16:colId xmlns:a16="http://schemas.microsoft.com/office/drawing/2014/main" val="2749620664"/>
                    </a:ext>
                  </a:extLst>
                </a:gridCol>
                <a:gridCol w="2183980">
                  <a:extLst>
                    <a:ext uri="{9D8B030D-6E8A-4147-A177-3AD203B41FA5}">
                      <a16:colId xmlns:a16="http://schemas.microsoft.com/office/drawing/2014/main" val="3472177012"/>
                    </a:ext>
                  </a:extLst>
                </a:gridCol>
              </a:tblGrid>
              <a:tr h="408809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People &amp; 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Assets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Infra. &amp; Budget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9425554"/>
                  </a:ext>
                </a:extLst>
              </a:tr>
              <a:tr h="40880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1102</a:t>
                      </a:r>
                      <a:r>
                        <a:rPr lang="en-US" sz="1200" dirty="0"/>
                        <a:t> 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982</a:t>
                      </a:r>
                      <a:r>
                        <a:rPr lang="en-US" sz="1200"/>
                        <a:t> Computers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100</a:t>
                      </a:r>
                      <a:r>
                        <a:rPr lang="en-US" sz="1200"/>
                        <a:t> Servers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628163"/>
                  </a:ext>
                </a:extLst>
              </a:tr>
              <a:tr h="408809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7</a:t>
                      </a:r>
                      <a:r>
                        <a:rPr lang="en-US" sz="1200"/>
                        <a:t> Technicians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848</a:t>
                      </a:r>
                      <a:r>
                        <a:rPr lang="en-US" sz="1200"/>
                        <a:t> Cell Lines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28</a:t>
                      </a:r>
                      <a:r>
                        <a:rPr lang="en-US" sz="1200"/>
                        <a:t> Comm Links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011805"/>
                  </a:ext>
                </a:extLst>
              </a:tr>
              <a:tr h="408809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16</a:t>
                      </a:r>
                      <a:r>
                        <a:rPr lang="en-US" sz="1200"/>
                        <a:t> Locations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344</a:t>
                      </a:r>
                      <a:r>
                        <a:rPr lang="en-US" sz="1200"/>
                        <a:t> Network Devices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19</a:t>
                      </a:r>
                      <a:r>
                        <a:rPr lang="en-US" sz="1200"/>
                        <a:t> Vendors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4130766"/>
                  </a:ext>
                </a:extLst>
              </a:tr>
              <a:tr h="408809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6</a:t>
                      </a:r>
                      <a:r>
                        <a:rPr lang="en-US" sz="1200"/>
                        <a:t> Data Centers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36</a:t>
                      </a:r>
                      <a:r>
                        <a:rPr lang="en-US" sz="1200"/>
                        <a:t> Conference Rooms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$1.5M </a:t>
                      </a:r>
                      <a:r>
                        <a:rPr lang="en-US" sz="1200" dirty="0"/>
                        <a:t>Budget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09029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5695F6F-828A-6B0F-D7FE-61D7F2D5C636}"/>
              </a:ext>
            </a:extLst>
          </p:cNvPr>
          <p:cNvGraphicFramePr>
            <a:graphicFrameLocks noGrp="1"/>
          </p:cNvGraphicFramePr>
          <p:nvPr/>
        </p:nvGraphicFramePr>
        <p:xfrm>
          <a:off x="235490" y="3429000"/>
          <a:ext cx="6551941" cy="3093683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275971">
                  <a:extLst>
                    <a:ext uri="{9D8B030D-6E8A-4147-A177-3AD203B41FA5}">
                      <a16:colId xmlns:a16="http://schemas.microsoft.com/office/drawing/2014/main" val="1907117516"/>
                    </a:ext>
                  </a:extLst>
                </a:gridCol>
                <a:gridCol w="1091989">
                  <a:extLst>
                    <a:ext uri="{9D8B030D-6E8A-4147-A177-3AD203B41FA5}">
                      <a16:colId xmlns:a16="http://schemas.microsoft.com/office/drawing/2014/main" val="2749620664"/>
                    </a:ext>
                  </a:extLst>
                </a:gridCol>
                <a:gridCol w="545996">
                  <a:extLst>
                    <a:ext uri="{9D8B030D-6E8A-4147-A177-3AD203B41FA5}">
                      <a16:colId xmlns:a16="http://schemas.microsoft.com/office/drawing/2014/main" val="2091921578"/>
                    </a:ext>
                  </a:extLst>
                </a:gridCol>
                <a:gridCol w="545996">
                  <a:extLst>
                    <a:ext uri="{9D8B030D-6E8A-4147-A177-3AD203B41FA5}">
                      <a16:colId xmlns:a16="http://schemas.microsoft.com/office/drawing/2014/main" val="2732197258"/>
                    </a:ext>
                  </a:extLst>
                </a:gridCol>
                <a:gridCol w="1091989">
                  <a:extLst>
                    <a:ext uri="{9D8B030D-6E8A-4147-A177-3AD203B41FA5}">
                      <a16:colId xmlns:a16="http://schemas.microsoft.com/office/drawing/2014/main" val="4259377778"/>
                    </a:ext>
                  </a:extLst>
                </a:gridCol>
              </a:tblGrid>
              <a:tr h="350483">
                <a:tc gridSpan="5">
                  <a:txBody>
                    <a:bodyPr/>
                    <a:lstStyle/>
                    <a:p>
                      <a:pPr algn="ctr"/>
                      <a:r>
                        <a:rPr lang="en-US" sz="1400"/>
                        <a:t>Regional Footprint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425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MBU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Horseheads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/>
                        <a:t>Pittsburgh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Troy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21587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Alaska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/>
                        <a:t>Anchorage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52372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Houston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Research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/>
                        <a:t>Downtown Office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Databank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855077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CNF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/>
                        <a:t>Chicago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/>
                        <a:t>Miami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617427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EFBU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/>
                        <a:t>Three Rivers</a:t>
                      </a:r>
                    </a:p>
                    <a:p>
                      <a:pPr algn="ctr"/>
                      <a:r>
                        <a:rPr lang="en-US" sz="1200"/>
                        <a:t>Runge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/>
                        <a:t>Bluhm</a:t>
                      </a:r>
                    </a:p>
                    <a:p>
                      <a:pPr algn="ctr"/>
                      <a:r>
                        <a:rPr lang="en-US" sz="1200"/>
                        <a:t>Kolo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137590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/>
                      <a:endParaRPr lang="en-US" sz="12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/>
                        <a:t>99 CDP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/>
                        <a:t>Y-Bar</a:t>
                      </a:r>
                    </a:p>
                    <a:p>
                      <a:pPr algn="ctr"/>
                      <a:r>
                        <a:rPr lang="en-US" sz="1200"/>
                        <a:t>Power Yards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251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5021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arcador de texto 1">
            <a:extLst>
              <a:ext uri="{FF2B5EF4-FFF2-40B4-BE49-F238E27FC236}">
                <a16:creationId xmlns:a16="http://schemas.microsoft.com/office/drawing/2014/main" id="{CA39811A-F1D8-547E-52A8-3E4C026E4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245" y="416838"/>
            <a:ext cx="6313546" cy="468085"/>
          </a:xfrm>
        </p:spPr>
        <p:txBody>
          <a:bodyPr/>
          <a:lstStyle/>
          <a:p>
            <a:pPr algn="l"/>
            <a:r>
              <a:rPr lang="es-ES" sz="2800"/>
              <a:t>IT&amp;D North America - Overview</a:t>
            </a:r>
          </a:p>
        </p:txBody>
      </p:sp>
      <p:sp>
        <p:nvSpPr>
          <p:cNvPr id="30" name="Marcador de texto 2">
            <a:extLst>
              <a:ext uri="{FF2B5EF4-FFF2-40B4-BE49-F238E27FC236}">
                <a16:creationId xmlns:a16="http://schemas.microsoft.com/office/drawing/2014/main" id="{CC1F4CDF-F537-1457-19DD-66B2FA08B2DA}"/>
              </a:ext>
            </a:extLst>
          </p:cNvPr>
          <p:cNvSpPr txBox="1">
            <a:spLocks/>
          </p:cNvSpPr>
          <p:nvPr/>
        </p:nvSpPr>
        <p:spPr>
          <a:xfrm>
            <a:off x="315534" y="765707"/>
            <a:ext cx="5472112" cy="2263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600" err="1">
                <a:solidFill>
                  <a:srgbClr val="7997AF"/>
                </a:solidFill>
              </a:rPr>
              <a:t>Infrastructure</a:t>
            </a:r>
            <a:r>
              <a:rPr lang="es-ES" sz="1600">
                <a:solidFill>
                  <a:srgbClr val="7997AF"/>
                </a:solidFill>
              </a:rPr>
              <a:t> &amp; </a:t>
            </a:r>
            <a:r>
              <a:rPr lang="es-ES" sz="1600" err="1">
                <a:solidFill>
                  <a:srgbClr val="7997AF"/>
                </a:solidFill>
              </a:rPr>
              <a:t>End</a:t>
            </a:r>
            <a:r>
              <a:rPr lang="es-ES" sz="1600">
                <a:solidFill>
                  <a:srgbClr val="7997AF"/>
                </a:solidFill>
              </a:rPr>
              <a:t> </a:t>
            </a:r>
            <a:r>
              <a:rPr lang="es-ES" sz="1600" err="1">
                <a:solidFill>
                  <a:srgbClr val="7997AF"/>
                </a:solidFill>
              </a:rPr>
              <a:t>User</a:t>
            </a:r>
            <a:r>
              <a:rPr lang="es-ES" sz="1600">
                <a:solidFill>
                  <a:srgbClr val="7997AF"/>
                </a:solidFill>
              </a:rPr>
              <a:t> </a:t>
            </a:r>
            <a:r>
              <a:rPr lang="es-ES" sz="1600" err="1">
                <a:solidFill>
                  <a:srgbClr val="7997AF"/>
                </a:solidFill>
              </a:rPr>
              <a:t>Services</a:t>
            </a:r>
            <a:r>
              <a:rPr lang="es-ES" sz="1600">
                <a:solidFill>
                  <a:srgbClr val="7997AF"/>
                </a:solidFill>
              </a:rPr>
              <a:t> - 2025</a:t>
            </a:r>
          </a:p>
        </p:txBody>
      </p:sp>
      <p:graphicFrame>
        <p:nvGraphicFramePr>
          <p:cNvPr id="31" name="Tabla 7">
            <a:extLst>
              <a:ext uri="{FF2B5EF4-FFF2-40B4-BE49-F238E27FC236}">
                <a16:creationId xmlns:a16="http://schemas.microsoft.com/office/drawing/2014/main" id="{8EF7FD99-1210-66BD-14E4-54636F465EBE}"/>
              </a:ext>
            </a:extLst>
          </p:cNvPr>
          <p:cNvGraphicFramePr>
            <a:graphicFrameLocks/>
          </p:cNvGraphicFramePr>
          <p:nvPr/>
        </p:nvGraphicFramePr>
        <p:xfrm>
          <a:off x="5644855" y="1377162"/>
          <a:ext cx="6242345" cy="15890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2136">
                  <a:extLst>
                    <a:ext uri="{9D8B030D-6E8A-4147-A177-3AD203B41FA5}">
                      <a16:colId xmlns:a16="http://schemas.microsoft.com/office/drawing/2014/main" val="3272001949"/>
                    </a:ext>
                  </a:extLst>
                </a:gridCol>
                <a:gridCol w="1382136">
                  <a:extLst>
                    <a:ext uri="{9D8B030D-6E8A-4147-A177-3AD203B41FA5}">
                      <a16:colId xmlns:a16="http://schemas.microsoft.com/office/drawing/2014/main" val="3556589818"/>
                    </a:ext>
                  </a:extLst>
                </a:gridCol>
                <a:gridCol w="1671920">
                  <a:extLst>
                    <a:ext uri="{9D8B030D-6E8A-4147-A177-3AD203B41FA5}">
                      <a16:colId xmlns:a16="http://schemas.microsoft.com/office/drawing/2014/main" val="2193332348"/>
                    </a:ext>
                  </a:extLst>
                </a:gridCol>
                <a:gridCol w="1806153">
                  <a:extLst>
                    <a:ext uri="{9D8B030D-6E8A-4147-A177-3AD203B41FA5}">
                      <a16:colId xmlns:a16="http://schemas.microsoft.com/office/drawing/2014/main" val="1665102095"/>
                    </a:ext>
                  </a:extLst>
                </a:gridCol>
              </a:tblGrid>
              <a:tr h="474059">
                <a:tc>
                  <a:txBody>
                    <a:bodyPr/>
                    <a:lstStyle/>
                    <a:p>
                      <a:pPr algn="l"/>
                      <a:r>
                        <a:rPr lang="es-ES" sz="16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1,102</a:t>
                      </a:r>
                      <a:r>
                        <a:rPr lang="es-ES" sz="11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100" b="0" i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Users</a:t>
                      </a:r>
                      <a:endParaRPr lang="es-ES" sz="11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" sz="1600" b="1" i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</a:t>
                      </a:r>
                      <a:r>
                        <a:rPr lang="es-ES" sz="1100" b="1" i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100" b="0" i="0" kern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Technicians</a:t>
                      </a:r>
                      <a:endParaRPr lang="es-ES" sz="1100" b="0" i="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" sz="1600" b="1" i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16</a:t>
                      </a:r>
                      <a:r>
                        <a:rPr lang="es-ES" sz="1100" b="1" i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100" b="0" i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Locations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" sz="1600" b="1" i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</a:t>
                      </a:r>
                      <a:r>
                        <a:rPr lang="es-ES" sz="1100" b="1" i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100" b="0" i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 Centers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023494"/>
                  </a:ext>
                </a:extLst>
              </a:tr>
              <a:tr h="6000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982</a:t>
                      </a:r>
                      <a:r>
                        <a:rPr lang="es-ES" sz="11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100" b="0" i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Computers</a:t>
                      </a:r>
                      <a:endParaRPr lang="es-ES" sz="11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" sz="1600" b="1" i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848</a:t>
                      </a:r>
                      <a:r>
                        <a:rPr lang="es-ES" sz="1100" b="1" i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100" b="0" i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Cell </a:t>
                      </a:r>
                      <a:r>
                        <a:rPr lang="es-ES" sz="1100" b="0" i="0" kern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Lines</a:t>
                      </a:r>
                      <a:endParaRPr lang="es-ES" sz="1100" b="0" i="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" sz="1600" b="1" i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344</a:t>
                      </a:r>
                      <a:r>
                        <a:rPr lang="es-ES" sz="1100" b="1" i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100" b="0" i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Network </a:t>
                      </a:r>
                      <a:r>
                        <a:rPr lang="es-ES" sz="1100" b="0" i="0" kern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Devices</a:t>
                      </a:r>
                      <a:endParaRPr lang="es-ES" sz="1100" b="0" i="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" sz="1600" b="1" i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36</a:t>
                      </a:r>
                      <a:r>
                        <a:rPr lang="es-ES" sz="1100" b="1" i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100" b="0" i="0" kern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Conference</a:t>
                      </a:r>
                      <a:r>
                        <a:rPr lang="es-ES" sz="1100" b="0" i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100" b="0" i="0" kern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Rooms</a:t>
                      </a:r>
                      <a:endParaRPr lang="es-ES" sz="1100" b="0" i="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114794"/>
                  </a:ext>
                </a:extLst>
              </a:tr>
              <a:tr h="5149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es-ES" sz="11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1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Servers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" sz="1600" b="1" i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28</a:t>
                      </a:r>
                      <a:r>
                        <a:rPr lang="es-ES" sz="1100" b="1" i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100" b="0" i="0" kern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</a:t>
                      </a:r>
                      <a:r>
                        <a:rPr lang="es-ES" sz="1100" b="0" i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Links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" sz="1600" b="1" i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19</a:t>
                      </a:r>
                      <a:r>
                        <a:rPr lang="es-ES" sz="1100" b="1" i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100" b="0" i="0" kern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Vendors</a:t>
                      </a:r>
                      <a:endParaRPr lang="es-ES" sz="1100" b="0" i="0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" sz="1600" b="1" i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$1.5M</a:t>
                      </a:r>
                      <a:r>
                        <a:rPr lang="es-ES" sz="1400" b="1" i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100" b="0" i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3171884"/>
                  </a:ext>
                </a:extLst>
              </a:tr>
            </a:tbl>
          </a:graphicData>
        </a:graphic>
      </p:graphicFrame>
      <p:sp>
        <p:nvSpPr>
          <p:cNvPr id="32" name="Marcador de texto 4">
            <a:extLst>
              <a:ext uri="{FF2B5EF4-FFF2-40B4-BE49-F238E27FC236}">
                <a16:creationId xmlns:a16="http://schemas.microsoft.com/office/drawing/2014/main" id="{4E11DBFE-D6C5-1530-EAB1-CF9F331862DA}"/>
              </a:ext>
            </a:extLst>
          </p:cNvPr>
          <p:cNvSpPr txBox="1">
            <a:spLocks/>
          </p:cNvSpPr>
          <p:nvPr/>
        </p:nvSpPr>
        <p:spPr>
          <a:xfrm>
            <a:off x="5644856" y="961048"/>
            <a:ext cx="2629431" cy="23725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accent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accent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accent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accent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>
                <a:solidFill>
                  <a:srgbClr val="7997AF"/>
                </a:solidFill>
              </a:rPr>
              <a:t>Service </a:t>
            </a:r>
            <a:r>
              <a:rPr lang="es-ES" sz="1600" err="1">
                <a:solidFill>
                  <a:srgbClr val="7997AF"/>
                </a:solidFill>
              </a:rPr>
              <a:t>Metrics</a:t>
            </a:r>
            <a:endParaRPr lang="es-ES" sz="1600">
              <a:solidFill>
                <a:srgbClr val="7997AF"/>
              </a:solidFill>
            </a:endParaRP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D292A976-9A9E-69D9-B86D-8B18074CF230}"/>
              </a:ext>
            </a:extLst>
          </p:cNvPr>
          <p:cNvGraphicFramePr>
            <a:graphicFrameLocks noGrp="1"/>
          </p:cNvGraphicFramePr>
          <p:nvPr/>
        </p:nvGraphicFramePr>
        <p:xfrm>
          <a:off x="5644855" y="3139845"/>
          <a:ext cx="2870966" cy="19558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870966">
                  <a:extLst>
                    <a:ext uri="{9D8B030D-6E8A-4147-A177-3AD203B41FA5}">
                      <a16:colId xmlns:a16="http://schemas.microsoft.com/office/drawing/2014/main" val="23166600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EFBU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982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Three Rivers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Runge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99 CDP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Bluhm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Kolo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Y-BAR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Power Yards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343192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182C5EBB-B152-AEED-8865-C1D003997F31}"/>
              </a:ext>
            </a:extLst>
          </p:cNvPr>
          <p:cNvGraphicFramePr>
            <a:graphicFrameLocks noGrp="1"/>
          </p:cNvGraphicFramePr>
          <p:nvPr/>
        </p:nvGraphicFramePr>
        <p:xfrm>
          <a:off x="9016234" y="3125662"/>
          <a:ext cx="2870966" cy="11938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870966">
                  <a:extLst>
                    <a:ext uri="{9D8B030D-6E8A-4147-A177-3AD203B41FA5}">
                      <a16:colId xmlns:a16="http://schemas.microsoft.com/office/drawing/2014/main" val="23166600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MBU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982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/>
                        <a:t>Horseheads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/>
                        <a:t>Pittsburgh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/>
                        <a:t>Troy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343192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4D6F4995-E7B8-F822-08DE-A506EB489A8B}"/>
              </a:ext>
            </a:extLst>
          </p:cNvPr>
          <p:cNvGraphicFramePr>
            <a:graphicFrameLocks noGrp="1"/>
          </p:cNvGraphicFramePr>
          <p:nvPr/>
        </p:nvGraphicFramePr>
        <p:xfrm>
          <a:off x="9016234" y="4404385"/>
          <a:ext cx="2870966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870966">
                  <a:extLst>
                    <a:ext uri="{9D8B030D-6E8A-4147-A177-3AD203B41FA5}">
                      <a16:colId xmlns:a16="http://schemas.microsoft.com/office/drawing/2014/main" val="23166600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Alaska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982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/>
                        <a:t>Anchorage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343192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F05F9E24-7FD7-CE62-CE6D-E5B9FA4934C4}"/>
              </a:ext>
            </a:extLst>
          </p:cNvPr>
          <p:cNvGraphicFramePr>
            <a:graphicFrameLocks noGrp="1"/>
          </p:cNvGraphicFramePr>
          <p:nvPr/>
        </p:nvGraphicFramePr>
        <p:xfrm>
          <a:off x="9005514" y="5243413"/>
          <a:ext cx="2870966" cy="11582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870966">
                  <a:extLst>
                    <a:ext uri="{9D8B030D-6E8A-4147-A177-3AD203B41FA5}">
                      <a16:colId xmlns:a16="http://schemas.microsoft.com/office/drawing/2014/main" val="2316660096"/>
                    </a:ext>
                  </a:extLst>
                </a:gridCol>
              </a:tblGrid>
              <a:tr h="272957">
                <a:tc>
                  <a:txBody>
                    <a:bodyPr/>
                    <a:lstStyle/>
                    <a:p>
                      <a:r>
                        <a:rPr lang="en-US" sz="1600"/>
                        <a:t>Houston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982690"/>
                  </a:ext>
                </a:extLst>
              </a:tr>
              <a:tr h="67304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/>
                        <a:t>Research Forest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/>
                        <a:t>Downtown Office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/>
                        <a:t>Data Bank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34319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7A768DFA-C119-58C4-A27E-77E09B069EF9}"/>
              </a:ext>
            </a:extLst>
          </p:cNvPr>
          <p:cNvGraphicFramePr>
            <a:graphicFrameLocks noGrp="1"/>
          </p:cNvGraphicFramePr>
          <p:nvPr/>
        </p:nvGraphicFramePr>
        <p:xfrm>
          <a:off x="5644855" y="5191812"/>
          <a:ext cx="2870966" cy="9499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870966">
                  <a:extLst>
                    <a:ext uri="{9D8B030D-6E8A-4147-A177-3AD203B41FA5}">
                      <a16:colId xmlns:a16="http://schemas.microsoft.com/office/drawing/2014/main" val="23166600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CNF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982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/>
                        <a:t>Chicago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/>
                        <a:t>Miami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343192"/>
                  </a:ext>
                </a:extLst>
              </a:tr>
            </a:tbl>
          </a:graphicData>
        </a:graphic>
      </p:graphicFrame>
      <p:grpSp>
        <p:nvGrpSpPr>
          <p:cNvPr id="38" name="Group 37">
            <a:extLst>
              <a:ext uri="{FF2B5EF4-FFF2-40B4-BE49-F238E27FC236}">
                <a16:creationId xmlns:a16="http://schemas.microsoft.com/office/drawing/2014/main" id="{7593FABC-5F4B-49D6-B747-60EE5A69AF17}"/>
              </a:ext>
            </a:extLst>
          </p:cNvPr>
          <p:cNvGrpSpPr/>
          <p:nvPr/>
        </p:nvGrpSpPr>
        <p:grpSpPr>
          <a:xfrm>
            <a:off x="197059" y="1198301"/>
            <a:ext cx="4747096" cy="5377597"/>
            <a:chOff x="5553234" y="1393162"/>
            <a:chExt cx="4141819" cy="4242187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97295AAE-D804-358D-209E-EBCD8F8AA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53234" y="1393162"/>
              <a:ext cx="4141819" cy="42421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6706C1D-5DA1-FDF7-2F59-6DE4351A5EDC}"/>
                </a:ext>
              </a:extLst>
            </p:cNvPr>
            <p:cNvSpPr txBox="1"/>
            <p:nvPr/>
          </p:nvSpPr>
          <p:spPr>
            <a:xfrm>
              <a:off x="5946428" y="1984824"/>
              <a:ext cx="72968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121912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Alaska (17)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D236186-7A1B-93B1-6878-1F5CE24ED56C}"/>
                </a:ext>
              </a:extLst>
            </p:cNvPr>
            <p:cNvSpPr txBox="1"/>
            <p:nvPr/>
          </p:nvSpPr>
          <p:spPr>
            <a:xfrm>
              <a:off x="8392342" y="3640028"/>
              <a:ext cx="657509" cy="1894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121912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 kern="0">
                  <a:solidFill>
                    <a:srgbClr val="FFFFFF"/>
                  </a:solidFill>
                </a:rPr>
                <a:t>MBU</a:t>
              </a:r>
              <a:r>
                <a:rPr kumimoji="0" lang="en-US" sz="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 (255)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A237235-C30D-35AB-6158-527668E36C58}"/>
                </a:ext>
              </a:extLst>
            </p:cNvPr>
            <p:cNvSpPr txBox="1"/>
            <p:nvPr/>
          </p:nvSpPr>
          <p:spPr>
            <a:xfrm>
              <a:off x="7889950" y="3612436"/>
              <a:ext cx="176954" cy="1894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121912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2B8C1FC-7AD3-E2D8-00E9-C45023B1BD4D}"/>
                </a:ext>
              </a:extLst>
            </p:cNvPr>
            <p:cNvSpPr/>
            <p:nvPr/>
          </p:nvSpPr>
          <p:spPr>
            <a:xfrm>
              <a:off x="8936610" y="3696203"/>
              <a:ext cx="75142" cy="77116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2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8B02811-8DBE-910B-C66D-DA03FF58DF63}"/>
                </a:ext>
              </a:extLst>
            </p:cNvPr>
            <p:cNvSpPr txBox="1"/>
            <p:nvPr/>
          </p:nvSpPr>
          <p:spPr>
            <a:xfrm>
              <a:off x="7317169" y="4995830"/>
              <a:ext cx="823812" cy="1748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pPr marL="0" marR="0" lvl="0" indent="0" defTabSz="121912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kern="0">
                  <a:solidFill>
                    <a:srgbClr val="FFFFFF"/>
                  </a:solidFill>
                </a:rPr>
                <a:t>Houston</a:t>
              </a:r>
              <a:r>
                <a:rPr kumimoji="0" lang="en-US" sz="8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</a:rPr>
                <a:t> (323)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9F99433-1503-7989-6FA8-EDF83734B617}"/>
                </a:ext>
              </a:extLst>
            </p:cNvPr>
            <p:cNvSpPr txBox="1"/>
            <p:nvPr/>
          </p:nvSpPr>
          <p:spPr>
            <a:xfrm>
              <a:off x="7000471" y="4818709"/>
              <a:ext cx="702038" cy="1894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121912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 kern="0">
                  <a:solidFill>
                    <a:srgbClr val="FFFFFF"/>
                  </a:solidFill>
                </a:rPr>
                <a:t>EFBU (166)</a:t>
              </a:r>
              <a:endPara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DA2A6D7-CD68-80C6-B9A5-C600F4FF9A42}"/>
                </a:ext>
              </a:extLst>
            </p:cNvPr>
            <p:cNvSpPr txBox="1"/>
            <p:nvPr/>
          </p:nvSpPr>
          <p:spPr>
            <a:xfrm>
              <a:off x="7702508" y="3331900"/>
              <a:ext cx="854055" cy="189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121912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CNF - Chicago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7301F43-9F5D-D8A1-EBEB-C44C8D2903FE}"/>
                </a:ext>
              </a:extLst>
            </p:cNvPr>
            <p:cNvSpPr/>
            <p:nvPr/>
          </p:nvSpPr>
          <p:spPr>
            <a:xfrm>
              <a:off x="8458663" y="3385906"/>
              <a:ext cx="79254" cy="81456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2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880A5CB-6C50-8FCF-3B6F-1BC2664A9D22}"/>
                </a:ext>
              </a:extLst>
            </p:cNvPr>
            <p:cNvSpPr/>
            <p:nvPr/>
          </p:nvSpPr>
          <p:spPr>
            <a:xfrm>
              <a:off x="6429454" y="2200268"/>
              <a:ext cx="75142" cy="77116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2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49CC568-5E5C-C8CC-1DC0-3E7B4A1934EA}"/>
                </a:ext>
              </a:extLst>
            </p:cNvPr>
            <p:cNvSpPr/>
            <p:nvPr/>
          </p:nvSpPr>
          <p:spPr>
            <a:xfrm>
              <a:off x="7593537" y="4876300"/>
              <a:ext cx="79254" cy="81456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2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DCD5327A-0FC5-30EF-D287-C1A15D0FE1CE}"/>
              </a:ext>
            </a:extLst>
          </p:cNvPr>
          <p:cNvSpPr txBox="1"/>
          <p:nvPr/>
        </p:nvSpPr>
        <p:spPr>
          <a:xfrm>
            <a:off x="3081286" y="5613691"/>
            <a:ext cx="8915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121912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CNF - Miami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989A9FA-119A-5827-2E00-B4D494A92F01}"/>
              </a:ext>
            </a:extLst>
          </p:cNvPr>
          <p:cNvSpPr/>
          <p:nvPr/>
        </p:nvSpPr>
        <p:spPr>
          <a:xfrm>
            <a:off x="3815635" y="5822533"/>
            <a:ext cx="83616" cy="100379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2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041712D-8B6E-7220-AFA6-CF2B6BE4F432}"/>
              </a:ext>
            </a:extLst>
          </p:cNvPr>
          <p:cNvSpPr/>
          <p:nvPr/>
        </p:nvSpPr>
        <p:spPr>
          <a:xfrm>
            <a:off x="3009782" y="5822533"/>
            <a:ext cx="83616" cy="100379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2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87B2E2-4463-5AAA-7D62-CF9F7E46F3DD}"/>
              </a:ext>
            </a:extLst>
          </p:cNvPr>
          <p:cNvSpPr txBox="1"/>
          <p:nvPr/>
        </p:nvSpPr>
        <p:spPr>
          <a:xfrm>
            <a:off x="1570295" y="2891203"/>
            <a:ext cx="7745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121912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0">
                <a:solidFill>
                  <a:srgbClr val="FFFFFF"/>
                </a:solidFill>
              </a:rPr>
              <a:t>Calgary</a:t>
            </a: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 (20)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35D76EA-6E3B-102A-887A-7877D425D8CC}"/>
              </a:ext>
            </a:extLst>
          </p:cNvPr>
          <p:cNvSpPr/>
          <p:nvPr/>
        </p:nvSpPr>
        <p:spPr>
          <a:xfrm>
            <a:off x="2305227" y="2998925"/>
            <a:ext cx="79277" cy="95031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2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717339-EB87-289C-80F2-D430ED18C4AA}"/>
              </a:ext>
            </a:extLst>
          </p:cNvPr>
          <p:cNvSpPr txBox="1"/>
          <p:nvPr/>
        </p:nvSpPr>
        <p:spPr>
          <a:xfrm>
            <a:off x="666750" y="6364019"/>
            <a:ext cx="885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  <a:highlight>
                  <a:srgbClr val="FFFF00"/>
                </a:highlight>
              </a:rPr>
              <a:t>Please add a communication map for all USA location, indicating </a:t>
            </a:r>
            <a:r>
              <a:rPr lang="en-US" err="1">
                <a:solidFill>
                  <a:srgbClr val="FF0000"/>
                </a:solidFill>
                <a:highlight>
                  <a:srgbClr val="FFFF00"/>
                </a:highlight>
              </a:rPr>
              <a:t>bandwith</a:t>
            </a:r>
            <a:r>
              <a:rPr lang="en-US">
                <a:solidFill>
                  <a:srgbClr val="FF0000"/>
                </a:solidFill>
                <a:highlight>
                  <a:srgbClr val="FFFF00"/>
                </a:highlight>
              </a:rPr>
              <a:t>, carrier, etc. </a:t>
            </a:r>
          </a:p>
        </p:txBody>
      </p:sp>
    </p:spTree>
    <p:extLst>
      <p:ext uri="{BB962C8B-B14F-4D97-AF65-F5344CB8AC3E}">
        <p14:creationId xmlns:p14="http://schemas.microsoft.com/office/powerpoint/2010/main" val="2248447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C318D-71CB-318A-1ED8-9A96D0663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arcador de texto 1">
            <a:extLst>
              <a:ext uri="{FF2B5EF4-FFF2-40B4-BE49-F238E27FC236}">
                <a16:creationId xmlns:a16="http://schemas.microsoft.com/office/drawing/2014/main" id="{094F1718-7542-863B-D3DE-12691583A5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245" y="416838"/>
            <a:ext cx="8319180" cy="468085"/>
          </a:xfrm>
        </p:spPr>
        <p:txBody>
          <a:bodyPr/>
          <a:lstStyle/>
          <a:p>
            <a:pPr algn="l"/>
            <a:r>
              <a:rPr lang="es-ES" sz="2800"/>
              <a:t>IT&amp;D North America - </a:t>
            </a:r>
            <a:r>
              <a:rPr lang="es-ES" sz="2800" err="1"/>
              <a:t>Communications</a:t>
            </a:r>
            <a:endParaRPr lang="es-ES" sz="2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491E32-0952-2638-5CDA-D1EFB6A61337}"/>
              </a:ext>
            </a:extLst>
          </p:cNvPr>
          <p:cNvSpPr txBox="1"/>
          <p:nvPr/>
        </p:nvSpPr>
        <p:spPr>
          <a:xfrm>
            <a:off x="666750" y="6364019"/>
            <a:ext cx="885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  <a:highlight>
                  <a:srgbClr val="FFFF00"/>
                </a:highlight>
              </a:rPr>
              <a:t>Please add a communication map for all USA location, indicating </a:t>
            </a:r>
            <a:r>
              <a:rPr lang="en-US" err="1">
                <a:solidFill>
                  <a:srgbClr val="FF0000"/>
                </a:solidFill>
                <a:highlight>
                  <a:srgbClr val="FFFF00"/>
                </a:highlight>
              </a:rPr>
              <a:t>bandwith</a:t>
            </a:r>
            <a:r>
              <a:rPr lang="en-US">
                <a:solidFill>
                  <a:srgbClr val="FF0000"/>
                </a:solidFill>
                <a:highlight>
                  <a:srgbClr val="FFFF00"/>
                </a:highlight>
              </a:rPr>
              <a:t>, carrier, etc. </a:t>
            </a:r>
          </a:p>
        </p:txBody>
      </p:sp>
      <p:pic>
        <p:nvPicPr>
          <p:cNvPr id="3" name="Picture 2" descr="A diagram of a cloud computing system&#10;&#10;Description automatically generated">
            <a:extLst>
              <a:ext uri="{FF2B5EF4-FFF2-40B4-BE49-F238E27FC236}">
                <a16:creationId xmlns:a16="http://schemas.microsoft.com/office/drawing/2014/main" id="{5EF6B4EA-6947-9595-F3B5-6320DEFB3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243" y="1044722"/>
            <a:ext cx="7992282" cy="493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53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DD0E15-1DF4-41BC-B0FC-1BBA232102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355891-E9F0-4983-99BF-9F86C85A70B2}" type="slidenum">
              <a:rPr lang="es-ES" smtClean="0"/>
              <a:pPr/>
              <a:t>8</a:t>
            </a:fld>
            <a:endParaRPr lang="es-E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0C9487-CE6D-4A5F-AE8C-4C2E2810726C}"/>
              </a:ext>
            </a:extLst>
          </p:cNvPr>
          <p:cNvSpPr/>
          <p:nvPr/>
        </p:nvSpPr>
        <p:spPr>
          <a:xfrm>
            <a:off x="12798748" y="13157696"/>
            <a:ext cx="162000" cy="16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187BA4-A526-4F14-A232-C15B68AA12A6}"/>
              </a:ext>
            </a:extLst>
          </p:cNvPr>
          <p:cNvSpPr txBox="1"/>
          <p:nvPr/>
        </p:nvSpPr>
        <p:spPr>
          <a:xfrm>
            <a:off x="13018058" y="13070620"/>
            <a:ext cx="2694007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800"/>
              <a:t>Physical Work Locations</a:t>
            </a:r>
            <a:endParaRPr lang="en-CA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5369907-9F4E-5FF1-F3A7-DAFC6113C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151200"/>
            <a:ext cx="6965496" cy="558767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accent1"/>
                </a:solidFill>
              </a:rPr>
              <a:t>ITD North America – Deskside Overview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D30B02E-D16F-A49E-4FA5-EDB366E09C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6275" y="804191"/>
            <a:ext cx="9097200" cy="40257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Infrastructure and End User Services 2025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933D2B-7974-C471-D299-F1087789B0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145368"/>
              </p:ext>
            </p:extLst>
          </p:nvPr>
        </p:nvGraphicFramePr>
        <p:xfrm>
          <a:off x="602304" y="1257168"/>
          <a:ext cx="406967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674">
                  <a:extLst>
                    <a:ext uri="{9D8B030D-6E8A-4147-A177-3AD203B41FA5}">
                      <a16:colId xmlns:a16="http://schemas.microsoft.com/office/drawing/2014/main" val="478158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Deskside Closed Tasks by 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26675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5F87AF3-135E-C9C3-A321-19980E3CE0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849115"/>
              </p:ext>
            </p:extLst>
          </p:nvPr>
        </p:nvGraphicFramePr>
        <p:xfrm>
          <a:off x="602304" y="1622928"/>
          <a:ext cx="4069674" cy="731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56558">
                  <a:extLst>
                    <a:ext uri="{9D8B030D-6E8A-4147-A177-3AD203B41FA5}">
                      <a16:colId xmlns:a16="http://schemas.microsoft.com/office/drawing/2014/main" val="2546693787"/>
                    </a:ext>
                  </a:extLst>
                </a:gridCol>
                <a:gridCol w="1356558">
                  <a:extLst>
                    <a:ext uri="{9D8B030D-6E8A-4147-A177-3AD203B41FA5}">
                      <a16:colId xmlns:a16="http://schemas.microsoft.com/office/drawing/2014/main" val="3245918274"/>
                    </a:ext>
                  </a:extLst>
                </a:gridCol>
                <a:gridCol w="1356558">
                  <a:extLst>
                    <a:ext uri="{9D8B030D-6E8A-4147-A177-3AD203B41FA5}">
                      <a16:colId xmlns:a16="http://schemas.microsoft.com/office/drawing/2014/main" val="15744451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2026*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979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3,534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2,884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1,056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278807"/>
                  </a:ext>
                </a:extLst>
              </a:tr>
            </a:tbl>
          </a:graphicData>
        </a:graphic>
      </p:graphicFrame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607AF5CE-16CF-5B3E-07DC-1BC02BA47196}"/>
              </a:ext>
            </a:extLst>
          </p:cNvPr>
          <p:cNvSpPr txBox="1">
            <a:spLocks/>
          </p:cNvSpPr>
          <p:nvPr/>
        </p:nvSpPr>
        <p:spPr>
          <a:xfrm>
            <a:off x="5409246" y="1533524"/>
            <a:ext cx="6487479" cy="503090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AT&amp;T </a:t>
            </a:r>
            <a:r>
              <a:rPr lang="en-US" sz="1200" b="1" dirty="0" err="1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Office@Hand</a:t>
            </a:r>
            <a:r>
              <a:rPr lang="en-US" sz="1200" b="1" dirty="0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742950" lvl="1" indent="-285750">
              <a:spcBef>
                <a:spcPts val="1000"/>
              </a:spcBef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Land: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ITD Deskside team migrated existing toll number for land calls to the AT&amp;T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Office@Hand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service saving 7K in annualized cost to the business.</a:t>
            </a:r>
          </a:p>
          <a:p>
            <a:pPr marL="742950" lvl="1" indent="-285750">
              <a:spcBef>
                <a:spcPts val="1000"/>
              </a:spcBef>
              <a:defRPr/>
            </a:pPr>
            <a:r>
              <a:rPr lang="en-US" sz="1000" b="1" dirty="0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GBC: </a:t>
            </a:r>
            <a:r>
              <a:rPr lang="en-US" sz="1000" dirty="0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ITD Deskside team implemented AT&amp;T </a:t>
            </a:r>
            <a:r>
              <a:rPr lang="en-US" sz="1000" dirty="0" err="1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Office@Hand</a:t>
            </a:r>
            <a:r>
              <a:rPr lang="en-US" sz="1000" dirty="0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transcribing voicemail calls to email helping the GBC team increase efficiency in response time.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01C34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defRPr/>
            </a:pPr>
            <a:r>
              <a:rPr lang="en-US" sz="1200" b="1" dirty="0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AT&amp;T ITD Proposal (In Progress)</a:t>
            </a:r>
          </a:p>
          <a:p>
            <a:pPr marL="742950" lvl="1" indent="-285750">
              <a:defRPr/>
            </a:pPr>
            <a:r>
              <a:rPr lang="en-US" sz="1000" dirty="0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Overhaul of mobile telephony service provider to AT&amp;T as proposal provides ~70K in cost savings and streamlines administration of 724 lines.</a:t>
            </a:r>
          </a:p>
          <a:p>
            <a:pPr marL="742950" lvl="1" indent="-285750">
              <a:defRPr/>
            </a:pPr>
            <a:r>
              <a:rPr lang="en-US" sz="1000" dirty="0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Upgrading current mobile device to new Samsung S26 model</a:t>
            </a:r>
          </a:p>
          <a:p>
            <a:pPr marL="285750" indent="-285750"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Cisco Migration to Cloud</a:t>
            </a:r>
          </a:p>
          <a:p>
            <a:pPr marL="742950" lvl="1" indent="-285750"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IT Deskside team coordinated and collaborated with Infrastructure and Networking teams in helping the standardization of fixed telephony. </a:t>
            </a:r>
            <a:r>
              <a:rPr lang="en-US" sz="1000" dirty="0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Horseheads</a:t>
            </a:r>
          </a:p>
          <a:p>
            <a:pPr marL="285750" indent="-285750">
              <a:defRPr/>
            </a:pPr>
            <a:r>
              <a:rPr lang="en-US" sz="1200" b="1" dirty="0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GTNA Standardization of Workplace:</a:t>
            </a:r>
          </a:p>
          <a:p>
            <a:pPr marL="742950" lvl="1" indent="-285750">
              <a:defRPr/>
            </a:pPr>
            <a:r>
              <a:rPr lang="en-US" sz="1000" dirty="0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Aligned with Repsol standardize workplace for Trading platforms used in Madrid</a:t>
            </a:r>
          </a:p>
          <a:p>
            <a:pPr marL="285750" lvl="0" indent="-285750">
              <a:defRPr/>
            </a:pPr>
            <a:r>
              <a:rPr lang="en-US" sz="1200" b="1" dirty="0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Townhall / Event Documentation &amp; Communication</a:t>
            </a:r>
          </a:p>
          <a:p>
            <a:pPr marL="742950" lvl="1" indent="-285750">
              <a:spcBef>
                <a:spcPts val="1000"/>
              </a:spcBef>
              <a:defRPr/>
            </a:pPr>
            <a:r>
              <a:rPr lang="en-US" sz="1000" dirty="0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 documentation of IT’s responsibilities during townhalls. Communication and training with key stakeholders including General Services, </a:t>
            </a:r>
            <a:r>
              <a:rPr lang="en-US" sz="1000" dirty="0" err="1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PyO</a:t>
            </a:r>
            <a:r>
              <a:rPr lang="en-US" sz="1000" dirty="0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Administrative Assistants.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rgbClr val="001C34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  <a:defRPr/>
            </a:pPr>
            <a:r>
              <a:rPr lang="en-US" sz="1400" b="1" dirty="0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Projects</a:t>
            </a:r>
            <a:r>
              <a:rPr lang="en-US" sz="1200" b="1" dirty="0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RENOVA: 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001C34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Bef>
                <a:spcPts val="1000"/>
              </a:spcBef>
              <a:defRPr/>
            </a:pPr>
            <a:r>
              <a:rPr lang="en-US" sz="1000" dirty="0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Consolidation of storage and IT equipment, recycling of 311 old equipment, and support with workplace user move.</a:t>
            </a:r>
          </a:p>
          <a:p>
            <a:pPr marL="285750" indent="-285750">
              <a:defRPr/>
            </a:pPr>
            <a:r>
              <a:rPr lang="en-US" sz="1200" b="1" dirty="0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PAE 2026</a:t>
            </a:r>
          </a:p>
          <a:p>
            <a:pPr marL="742950" lvl="1" indent="-285750">
              <a:defRPr/>
            </a:pPr>
            <a:r>
              <a:rPr lang="en-US" sz="1000" dirty="0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Successful purchase of 47 workstations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1200" dirty="0">
              <a:solidFill>
                <a:srgbClr val="001C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B1949A-FEE1-5FA5-07D4-F2460C3FA584}"/>
              </a:ext>
            </a:extLst>
          </p:cNvPr>
          <p:cNvSpPr txBox="1"/>
          <p:nvPr/>
        </p:nvSpPr>
        <p:spPr>
          <a:xfrm>
            <a:off x="604759" y="2597834"/>
            <a:ext cx="42370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defRPr/>
            </a:pPr>
            <a:r>
              <a:rPr lang="en-US" sz="1800" b="1" dirty="0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*2026 Completed tasks – by location</a:t>
            </a:r>
          </a:p>
          <a:p>
            <a:pPr marL="285750" indent="-285750">
              <a:defRPr/>
            </a:pPr>
            <a:r>
              <a:rPr lang="en-US" sz="1800" b="1" dirty="0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800" dirty="0">
              <a:solidFill>
                <a:srgbClr val="001C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24D768-A45B-5632-2C83-DBCC5391F423}"/>
              </a:ext>
            </a:extLst>
          </p:cNvPr>
          <p:cNvSpPr txBox="1"/>
          <p:nvPr/>
        </p:nvSpPr>
        <p:spPr>
          <a:xfrm>
            <a:off x="802549" y="3000820"/>
            <a:ext cx="46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defRPr/>
            </a:pPr>
            <a:r>
              <a:rPr lang="en-US" sz="1200" dirty="0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locations include  Calgary, Chicago, and others</a:t>
            </a:r>
          </a:p>
          <a:p>
            <a:pPr marL="285750" indent="-285750">
              <a:defRPr/>
            </a:pPr>
            <a:r>
              <a:rPr lang="en-US" sz="1600" b="1" dirty="0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600" dirty="0">
              <a:solidFill>
                <a:srgbClr val="001C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91C6436-D8ED-177D-45A9-225C36DCA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811935"/>
              </p:ext>
            </p:extLst>
          </p:nvPr>
        </p:nvGraphicFramePr>
        <p:xfrm>
          <a:off x="602304" y="3419476"/>
          <a:ext cx="4069674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2536">
                  <a:extLst>
                    <a:ext uri="{9D8B030D-6E8A-4147-A177-3AD203B41FA5}">
                      <a16:colId xmlns:a16="http://schemas.microsoft.com/office/drawing/2014/main" val="947934936"/>
                    </a:ext>
                  </a:extLst>
                </a:gridCol>
                <a:gridCol w="2097138">
                  <a:extLst>
                    <a:ext uri="{9D8B030D-6E8A-4147-A177-3AD203B41FA5}">
                      <a16:colId xmlns:a16="http://schemas.microsoft.com/office/drawing/2014/main" val="2546693787"/>
                    </a:ext>
                  </a:extLst>
                </a:gridCol>
              </a:tblGrid>
              <a:tr h="364236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Tasks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979665"/>
                  </a:ext>
                </a:extLst>
              </a:tr>
              <a:tr h="27317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Research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278807"/>
                  </a:ext>
                </a:extLst>
              </a:tr>
              <a:tr h="2731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Horseheads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39570"/>
                  </a:ext>
                </a:extLst>
              </a:tr>
              <a:tr h="273177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DownTown Houston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00594"/>
                  </a:ext>
                </a:extLst>
              </a:tr>
              <a:tr h="273177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Three 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261708"/>
                  </a:ext>
                </a:extLst>
              </a:tr>
              <a:tr h="273177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Runge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11246"/>
                  </a:ext>
                </a:extLst>
              </a:tr>
              <a:tr h="27317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Alaska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974467"/>
                  </a:ext>
                </a:extLst>
              </a:tr>
              <a:tr h="27317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79275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AA7404C-CB4F-B5F7-6DA8-441EB866C08A}"/>
              </a:ext>
            </a:extLst>
          </p:cNvPr>
          <p:cNvSpPr txBox="1"/>
          <p:nvPr/>
        </p:nvSpPr>
        <p:spPr>
          <a:xfrm>
            <a:off x="676275" y="6331724"/>
            <a:ext cx="50150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*Number of closed tasks Jan 2026 – Jun 2026 (In Progress)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F82D6D-AF87-4CB2-17FA-91FA29692467}"/>
              </a:ext>
            </a:extLst>
          </p:cNvPr>
          <p:cNvSpPr txBox="1"/>
          <p:nvPr/>
        </p:nvSpPr>
        <p:spPr>
          <a:xfrm>
            <a:off x="7641771" y="1128616"/>
            <a:ext cx="2276475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1400" b="1" dirty="0">
                <a:solidFill>
                  <a:srgbClr val="001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Achievements</a:t>
            </a:r>
          </a:p>
        </p:txBody>
      </p:sp>
    </p:spTree>
    <p:extLst>
      <p:ext uri="{BB962C8B-B14F-4D97-AF65-F5344CB8AC3E}">
        <p14:creationId xmlns:p14="http://schemas.microsoft.com/office/powerpoint/2010/main" val="3121603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1652E9-68FA-D64A-E23F-21591BD45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997CDAF-5D21-2556-9EC7-7E06802B54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245" y="416839"/>
            <a:ext cx="7068397" cy="468084"/>
          </a:xfrm>
        </p:spPr>
        <p:txBody>
          <a:bodyPr/>
          <a:lstStyle/>
          <a:p>
            <a:r>
              <a:rPr lang="es-ES"/>
              <a:t>IT&amp;D North America – Mobility Overview</a:t>
            </a:r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2A68EC31-E6A8-EC30-AF8F-712406B519E4}"/>
              </a:ext>
            </a:extLst>
          </p:cNvPr>
          <p:cNvSpPr txBox="1">
            <a:spLocks/>
          </p:cNvSpPr>
          <p:nvPr/>
        </p:nvSpPr>
        <p:spPr>
          <a:xfrm>
            <a:off x="407987" y="884923"/>
            <a:ext cx="7496683" cy="241707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/>
              <a:t>Mobility growth driven by onboarding with controlled costs (2024 baseline)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E3D1111-3DAA-CE63-6CAD-7FCC3D4C6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950335"/>
              </p:ext>
            </p:extLst>
          </p:nvPr>
        </p:nvGraphicFramePr>
        <p:xfrm>
          <a:off x="285978" y="5343881"/>
          <a:ext cx="3517926" cy="109665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517926">
                  <a:extLst>
                    <a:ext uri="{9D8B030D-6E8A-4147-A177-3AD203B41FA5}">
                      <a16:colId xmlns:a16="http://schemas.microsoft.com/office/drawing/2014/main" val="3889572278"/>
                    </a:ext>
                  </a:extLst>
                </a:gridCol>
              </a:tblGrid>
              <a:tr h="36555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2024 Snapshot (Baseline)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204483"/>
                  </a:ext>
                </a:extLst>
              </a:tr>
              <a:tr h="36555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Total Lines: </a:t>
                      </a:r>
                      <a:r>
                        <a:rPr lang="en-US" sz="1400" b="1"/>
                        <a:t>630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5691669"/>
                  </a:ext>
                </a:extLst>
              </a:tr>
              <a:tr h="36555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Total Costs $</a:t>
                      </a:r>
                      <a:r>
                        <a:rPr lang="en-US" sz="1400" b="1"/>
                        <a:t>427,529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7149244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B66177E-9FAA-268E-409B-E93453C2D2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184996"/>
              </p:ext>
            </p:extLst>
          </p:nvPr>
        </p:nvGraphicFramePr>
        <p:xfrm>
          <a:off x="4004388" y="5343881"/>
          <a:ext cx="3517926" cy="109665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517926">
                  <a:extLst>
                    <a:ext uri="{9D8B030D-6E8A-4147-A177-3AD203B41FA5}">
                      <a16:colId xmlns:a16="http://schemas.microsoft.com/office/drawing/2014/main" val="3889572278"/>
                    </a:ext>
                  </a:extLst>
                </a:gridCol>
              </a:tblGrid>
              <a:tr h="36555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2025 Snapshot (YTD)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204483"/>
                  </a:ext>
                </a:extLst>
              </a:tr>
              <a:tr h="36555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Total Lines: </a:t>
                      </a:r>
                      <a:r>
                        <a:rPr lang="en-US" sz="1400" b="1"/>
                        <a:t>712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5691669"/>
                  </a:ext>
                </a:extLst>
              </a:tr>
              <a:tr h="36555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Total Costs: $</a:t>
                      </a:r>
                      <a:r>
                        <a:rPr lang="en-US" sz="1400" b="1"/>
                        <a:t>435,343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7149244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95AAEFA-6E6B-E0C1-8820-D67EA3B3B6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2829947"/>
              </p:ext>
            </p:extLst>
          </p:nvPr>
        </p:nvGraphicFramePr>
        <p:xfrm>
          <a:off x="285977" y="1353007"/>
          <a:ext cx="7197665" cy="37644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A8DAC83-9B52-4621-F6A9-F676C23C0132}"/>
              </a:ext>
            </a:extLst>
          </p:cNvPr>
          <p:cNvSpPr txBox="1"/>
          <p:nvPr/>
        </p:nvSpPr>
        <p:spPr>
          <a:xfrm>
            <a:off x="7904671" y="6611779"/>
            <a:ext cx="42873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represents the baseline year for mobility line and cost comparison.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4DB34D-66DE-9E8A-14C3-FC0F1F4F5DE8}"/>
              </a:ext>
            </a:extLst>
          </p:cNvPr>
          <p:cNvSpPr txBox="1"/>
          <p:nvPr/>
        </p:nvSpPr>
        <p:spPr>
          <a:xfrm>
            <a:off x="7904670" y="2304011"/>
            <a:ext cx="4103299" cy="3432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b="1">
                <a:solidFill>
                  <a:srgbClr val="000000"/>
                </a:solidFill>
                <a:latin typeface="Aptos" panose="020B0004020202020204" pitchFamily="34" charset="0"/>
                <a:ea typeface="SimSun" panose="02010600030101010101" pitchFamily="2" charset="-122"/>
              </a:rPr>
              <a:t>Drivers of Mobility Line Growth (2025)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306C04-268D-1EF4-DB88-1FDA4AF431A9}"/>
              </a:ext>
            </a:extLst>
          </p:cNvPr>
          <p:cNvSpPr txBox="1"/>
          <p:nvPr/>
        </p:nvSpPr>
        <p:spPr>
          <a:xfrm>
            <a:off x="7904669" y="2732771"/>
            <a:ext cx="4103299" cy="22728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0000"/>
                </a:solidFill>
                <a:latin typeface="Aptos" panose="020B0004020202020204" pitchFamily="34" charset="0"/>
                <a:ea typeface="SimSun" panose="02010600030101010101" pitchFamily="2" charset="-122"/>
              </a:rPr>
              <a:t>Increased onboarding across IT&amp;D supported teams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0000"/>
                </a:solidFill>
                <a:latin typeface="Aptos" panose="020B0004020202020204" pitchFamily="34" charset="0"/>
                <a:ea typeface="SimSun" panose="02010600030101010101" pitchFamily="2" charset="-122"/>
              </a:rPr>
              <a:t>ConnectGen acquisition: </a:t>
            </a:r>
            <a:r>
              <a:rPr lang="en-US" sz="1600" b="1">
                <a:solidFill>
                  <a:srgbClr val="000000"/>
                </a:solidFill>
                <a:latin typeface="Aptos" panose="020B0004020202020204" pitchFamily="34" charset="0"/>
                <a:ea typeface="SimSun" panose="02010600030101010101" pitchFamily="2" charset="-122"/>
              </a:rPr>
              <a:t>43 lines migrated</a:t>
            </a:r>
            <a:r>
              <a:rPr lang="en-US" sz="1600">
                <a:solidFill>
                  <a:srgbClr val="000000"/>
                </a:solidFill>
                <a:latin typeface="Aptos" panose="020B0004020202020204" pitchFamily="34" charset="0"/>
                <a:ea typeface="SimSun" panose="02010600030101010101" pitchFamily="2" charset="-122"/>
              </a:rPr>
              <a:t> to Repsol Verizon Account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0000"/>
                </a:solidFill>
                <a:latin typeface="Aptos" panose="020B0004020202020204" pitchFamily="34" charset="0"/>
                <a:ea typeface="SimSun" panose="02010600030101010101" pitchFamily="2" charset="-122"/>
              </a:rPr>
              <a:t>Mobility assignments based on job function and operational needs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F492F5-5AE1-7B32-719E-446F85561310}"/>
              </a:ext>
            </a:extLst>
          </p:cNvPr>
          <p:cNvSpPr txBox="1"/>
          <p:nvPr/>
        </p:nvSpPr>
        <p:spPr>
          <a:xfrm>
            <a:off x="7982174" y="1133049"/>
            <a:ext cx="32703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Numbers do not reflect current negotiations with AT&amp;T Proposal</a:t>
            </a:r>
          </a:p>
        </p:txBody>
      </p:sp>
    </p:spTree>
    <p:extLst>
      <p:ext uri="{BB962C8B-B14F-4D97-AF65-F5344CB8AC3E}">
        <p14:creationId xmlns:p14="http://schemas.microsoft.com/office/powerpoint/2010/main" val="3212595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EED9A-593F-FF00-1354-7EEB88B5C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69F6BD98-EA56-8262-5D4D-C0CC7C139391}"/>
              </a:ext>
            </a:extLst>
          </p:cNvPr>
          <p:cNvSpPr txBox="1">
            <a:spLocks/>
          </p:cNvSpPr>
          <p:nvPr/>
        </p:nvSpPr>
        <p:spPr>
          <a:xfrm>
            <a:off x="8732932" y="1573727"/>
            <a:ext cx="3227166" cy="2550312"/>
          </a:xfrm>
          <a:prstGeom prst="rect">
            <a:avLst/>
          </a:prstGeom>
          <a:solidFill>
            <a:srgbClr val="FFF3EE"/>
          </a:solidFill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b="0" i="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accent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accent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accent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accent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76112F-D626-FF93-F3DF-6ED59AB492DA}"/>
              </a:ext>
            </a:extLst>
          </p:cNvPr>
          <p:cNvSpPr/>
          <p:nvPr/>
        </p:nvSpPr>
        <p:spPr>
          <a:xfrm>
            <a:off x="307667" y="1585320"/>
            <a:ext cx="2002069" cy="25387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6A42E40-ABAA-26D6-A7E6-82291F31DA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245" y="416838"/>
            <a:ext cx="6671355" cy="468085"/>
          </a:xfrm>
        </p:spPr>
        <p:txBody>
          <a:bodyPr/>
          <a:lstStyle/>
          <a:p>
            <a:r>
              <a:rPr lang="en-US" dirty="0"/>
              <a:t>AT&amp;T ITD Proposal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21B57-2EB5-7A08-4D3B-572F9472E8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6211" y="1992976"/>
            <a:ext cx="2282825" cy="435900"/>
          </a:xfrm>
        </p:spPr>
        <p:txBody>
          <a:bodyPr/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Sole Repsol Display" panose="020B0604020204020204" pitchFamily="34" charset="0"/>
                <a:cs typeface="Sole Repsol Display" panose="020B0604020204020204" pitchFamily="34" charset="0"/>
              </a:rPr>
              <a:t>724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D1102A-618F-556C-D804-F4BF4759CC6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03245" y="3055261"/>
            <a:ext cx="1508757" cy="840176"/>
          </a:xfrm>
        </p:spPr>
        <p:txBody>
          <a:bodyPr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Sole Repsol Display" panose="020B0604020204020204" pitchFamily="34" charset="0"/>
                <a:cs typeface="Sole Repsol Display" panose="020B0604020204020204" pitchFamily="34" charset="0"/>
              </a:rPr>
              <a:t>Lines Migration Scope</a:t>
            </a:r>
          </a:p>
          <a:p>
            <a:pPr algn="ctr"/>
            <a:r>
              <a:rPr lang="en-US" sz="800" i="1" dirty="0">
                <a:solidFill>
                  <a:schemeClr val="bg1">
                    <a:lumMod val="65000"/>
                  </a:schemeClr>
                </a:solidFill>
                <a:latin typeface="Sole Repsol Display" panose="020B0604020204020204" pitchFamily="34" charset="0"/>
                <a:cs typeface="Sole Repsol Display" panose="020B0604020204020204" pitchFamily="34" charset="0"/>
              </a:rPr>
              <a:t>T-Mobile + Verizon only*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48209A4-D11C-FA72-5E1B-19C558AD242C}"/>
              </a:ext>
            </a:extLst>
          </p:cNvPr>
          <p:cNvSpPr/>
          <p:nvPr/>
        </p:nvSpPr>
        <p:spPr>
          <a:xfrm>
            <a:off x="0" y="5661826"/>
            <a:ext cx="12192000" cy="4680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rgbClr val="001C34"/>
                </a:solidFill>
              </a:rPr>
              <a:t>International:   7 Day Pass days included per billing cycle  |  $12/day after  |  International feature validated in writing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6E2502-FDDC-6796-5C0F-9B5F47C208A9}"/>
              </a:ext>
            </a:extLst>
          </p:cNvPr>
          <p:cNvSpPr/>
          <p:nvPr/>
        </p:nvSpPr>
        <p:spPr>
          <a:xfrm>
            <a:off x="2409199" y="4249362"/>
            <a:ext cx="9550898" cy="12167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sz="1100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Credits included during 24-month term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Credits reflected in proposed all-in pricing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Final credits depend on migration volume and upgrade timing</a:t>
            </a:r>
          </a:p>
          <a:p>
            <a:endParaRPr lang="en-US" sz="1100" b="1" dirty="0">
              <a:solidFill>
                <a:srgbClr val="FF590D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182FAC-90F4-F4CE-CB7A-9431C8553D9C}"/>
              </a:ext>
            </a:extLst>
          </p:cNvPr>
          <p:cNvSpPr/>
          <p:nvPr/>
        </p:nvSpPr>
        <p:spPr>
          <a:xfrm>
            <a:off x="0" y="6129911"/>
            <a:ext cx="12192000" cy="804075"/>
          </a:xfrm>
          <a:prstGeom prst="rect">
            <a:avLst/>
          </a:prstGeom>
          <a:solidFill>
            <a:srgbClr val="FF590D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050" b="1" i="0" dirty="0"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algn="ctr">
              <a:buNone/>
            </a:pPr>
            <a:endParaRPr lang="en-US" sz="1050" b="1" i="0" dirty="0"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algn="ctr">
              <a:buNone/>
            </a:pPr>
            <a:r>
              <a:rPr lang="en-US" sz="1050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Based on current recurring spend and confirmed pricing, AT&amp;T remains the strongest validated financial option for the 724-line migration scope.</a:t>
            </a:r>
            <a:endParaRPr lang="en-US" sz="900" i="1" dirty="0"/>
          </a:p>
          <a:p>
            <a:pPr algn="ctr">
              <a:buNone/>
            </a:pPr>
            <a:r>
              <a:rPr lang="en-US" sz="900" i="1" dirty="0"/>
              <a:t>*Existing 137 AT&amp;T lines excluded from savings model.</a:t>
            </a:r>
          </a:p>
          <a:p>
            <a:pPr algn="ctr">
              <a:buNone/>
            </a:pPr>
            <a:r>
              <a:rPr lang="en-US" sz="900" i="1" dirty="0"/>
              <a:t>Verizon assumptions are still pending normalization to our 724-line migration scope.</a:t>
            </a:r>
            <a:br>
              <a:rPr lang="en-US" sz="900" i="1" dirty="0"/>
            </a:br>
            <a:br>
              <a:rPr lang="en-US" sz="900" i="1" dirty="0"/>
            </a:br>
            <a:endParaRPr lang="en-US" sz="900" i="1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D865961-FB46-3061-ED32-A1BDA39E8BF9}"/>
              </a:ext>
            </a:extLst>
          </p:cNvPr>
          <p:cNvGrpSpPr/>
          <p:nvPr/>
        </p:nvGrpSpPr>
        <p:grpSpPr>
          <a:xfrm>
            <a:off x="8674445" y="1585320"/>
            <a:ext cx="3347818" cy="2607163"/>
            <a:chOff x="8601993" y="1324351"/>
            <a:chExt cx="3258278" cy="253441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1730BBC-3C1A-1150-EFD2-9A6CA945AA98}"/>
                </a:ext>
              </a:extLst>
            </p:cNvPr>
            <p:cNvSpPr txBox="1"/>
            <p:nvPr/>
          </p:nvSpPr>
          <p:spPr>
            <a:xfrm>
              <a:off x="8633104" y="1601350"/>
              <a:ext cx="3227167" cy="22574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indent="-171450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lang="en-US" sz="1200" b="0" i="0" dirty="0">
                  <a:solidFill>
                    <a:srgbClr val="001C34"/>
                  </a:solidFill>
                  <a:effectLst/>
                  <a:latin typeface="Arial" panose="020B0604020202020204" pitchFamily="34" charset="0"/>
                </a:rPr>
                <a:t>Carrier invoices reviewed</a:t>
              </a:r>
            </a:p>
            <a:p>
              <a:pPr marL="171450" marR="0" indent="-171450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lang="en-US" sz="1200" b="0" i="0" dirty="0">
                  <a:solidFill>
                    <a:srgbClr val="001C34"/>
                  </a:solidFill>
                  <a:effectLst/>
                  <a:latin typeface="Arial" panose="020B0604020202020204" pitchFamily="34" charset="0"/>
                </a:rPr>
                <a:t>Taxes &amp; fees included</a:t>
              </a:r>
            </a:p>
            <a:p>
              <a:pPr marL="171450" marR="0" indent="-171450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lang="en-US" sz="1200" b="0" i="0" dirty="0">
                  <a:solidFill>
                    <a:srgbClr val="001C34"/>
                  </a:solidFill>
                  <a:effectLst/>
                  <a:latin typeface="Arial" panose="020B0604020202020204" pitchFamily="34" charset="0"/>
                </a:rPr>
                <a:t>Active line counts confirmed</a:t>
              </a:r>
            </a:p>
            <a:p>
              <a:pPr marL="171450" marR="0" indent="-171450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lang="en-US" sz="1200" b="0" i="0" dirty="0">
                  <a:solidFill>
                    <a:srgbClr val="001C34"/>
                  </a:solidFill>
                  <a:effectLst/>
                  <a:latin typeface="Arial" panose="020B0604020202020204" pitchFamily="34" charset="0"/>
                </a:rPr>
                <a:t>AT&amp;T all-in pricing confirmed — ~$29.84</a:t>
              </a:r>
            </a:p>
            <a:p>
              <a:pPr marL="171450" marR="0" indent="-171450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lang="en-US" sz="1200" b="0" i="0" dirty="0">
                  <a:solidFill>
                    <a:srgbClr val="001C34"/>
                  </a:solidFill>
                  <a:effectLst/>
                  <a:latin typeface="Arial" panose="020B0604020202020204" pitchFamily="34" charset="0"/>
                </a:rPr>
                <a:t>Post-term pricing confirmed — ~$32.89</a:t>
              </a:r>
            </a:p>
            <a:p>
              <a:pPr marL="0" marR="0" indent="0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en-US" sz="1200" b="0" i="0" dirty="0">
                <a:solidFill>
                  <a:schemeClr val="accent1"/>
                </a:solidFill>
                <a:latin typeface="Sole Repsol Text" panose="020B0503020204020204" pitchFamily="34" charset="0"/>
                <a:cs typeface="Sole Repsol Text" panose="020B0503020204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EC6809F-29F0-3956-A47F-98EDBEC68C1D}"/>
                </a:ext>
              </a:extLst>
            </p:cNvPr>
            <p:cNvSpPr txBox="1"/>
            <p:nvPr/>
          </p:nvSpPr>
          <p:spPr>
            <a:xfrm>
              <a:off x="8601993" y="1324351"/>
              <a:ext cx="32271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b="1" i="0" dirty="0">
                  <a:solidFill>
                    <a:srgbClr val="001C34"/>
                  </a:solidFill>
                  <a:latin typeface="Sole Repsol Text" panose="020B0503020204020204" pitchFamily="34" charset="0"/>
                  <a:cs typeface="Sole Repsol Text" panose="020B0503020204020204" pitchFamily="34" charset="0"/>
                </a:rPr>
                <a:t>Validation Completed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9505759-24DA-3B92-3CFA-ECDA35ACDE13}"/>
              </a:ext>
            </a:extLst>
          </p:cNvPr>
          <p:cNvSpPr txBox="1"/>
          <p:nvPr/>
        </p:nvSpPr>
        <p:spPr>
          <a:xfrm>
            <a:off x="2482816" y="4240293"/>
            <a:ext cx="1873363" cy="33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590D"/>
                </a:solidFill>
              </a:rPr>
              <a:t>Contract Assumptions</a:t>
            </a:r>
            <a:endParaRPr lang="en-US" sz="1100" b="1" dirty="0">
              <a:solidFill>
                <a:srgbClr val="FF590D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64B820-79F6-4F13-4558-9533CA1D1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1208"/>
              </p:ext>
            </p:extLst>
          </p:nvPr>
        </p:nvGraphicFramePr>
        <p:xfrm>
          <a:off x="2482816" y="1573725"/>
          <a:ext cx="6129464" cy="2538718"/>
        </p:xfrm>
        <a:graphic>
          <a:graphicData uri="http://schemas.openxmlformats.org/drawingml/2006/table">
            <a:tbl>
              <a:tblPr/>
              <a:tblGrid>
                <a:gridCol w="1532366">
                  <a:extLst>
                    <a:ext uri="{9D8B030D-6E8A-4147-A177-3AD203B41FA5}">
                      <a16:colId xmlns:a16="http://schemas.microsoft.com/office/drawing/2014/main" val="2782516523"/>
                    </a:ext>
                  </a:extLst>
                </a:gridCol>
                <a:gridCol w="1532366">
                  <a:extLst>
                    <a:ext uri="{9D8B030D-6E8A-4147-A177-3AD203B41FA5}">
                      <a16:colId xmlns:a16="http://schemas.microsoft.com/office/drawing/2014/main" val="1408272016"/>
                    </a:ext>
                  </a:extLst>
                </a:gridCol>
                <a:gridCol w="1532366">
                  <a:extLst>
                    <a:ext uri="{9D8B030D-6E8A-4147-A177-3AD203B41FA5}">
                      <a16:colId xmlns:a16="http://schemas.microsoft.com/office/drawing/2014/main" val="3994879615"/>
                    </a:ext>
                  </a:extLst>
                </a:gridCol>
                <a:gridCol w="1532366">
                  <a:extLst>
                    <a:ext uri="{9D8B030D-6E8A-4147-A177-3AD203B41FA5}">
                      <a16:colId xmlns:a16="http://schemas.microsoft.com/office/drawing/2014/main" val="3798325213"/>
                    </a:ext>
                  </a:extLst>
                </a:gridCol>
              </a:tblGrid>
              <a:tr h="4783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ptos Bold" panose="020B0004020202020204" pitchFamily="34" charset="0"/>
                        </a:rPr>
                        <a:t>Category</a:t>
                      </a:r>
                      <a:endParaRPr lang="en-US" sz="1400" dirty="0">
                        <a:solidFill>
                          <a:schemeClr val="bg1"/>
                        </a:solidFill>
                        <a:latin typeface="Aptos Bold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1C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ptos Bold" panose="020B0004020202020204" pitchFamily="34" charset="0"/>
                        </a:rPr>
                        <a:t>Current</a:t>
                      </a:r>
                      <a:endParaRPr lang="en-US" sz="1400" dirty="0">
                        <a:solidFill>
                          <a:schemeClr val="bg1"/>
                        </a:solidFill>
                        <a:latin typeface="Aptos Bold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1C3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ptos Bold" panose="020B0004020202020204" pitchFamily="34" charset="0"/>
                        </a:rPr>
                        <a:t>AT&amp;T</a:t>
                      </a:r>
                      <a:endParaRPr lang="en-US" sz="1400" dirty="0">
                        <a:solidFill>
                          <a:schemeClr val="bg1"/>
                        </a:solidFill>
                        <a:latin typeface="Aptos Bold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62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ptos Bold" panose="020B0004020202020204" pitchFamily="34" charset="0"/>
                        </a:rPr>
                        <a:t>Verizon / Stratix</a:t>
                      </a:r>
                      <a:endParaRPr lang="en-US" sz="1400" dirty="0">
                        <a:solidFill>
                          <a:schemeClr val="bg1"/>
                        </a:solidFill>
                        <a:latin typeface="Aptos Bold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72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776932"/>
                  </a:ext>
                </a:extLst>
              </a:tr>
              <a:tr h="4905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latin typeface="Aptos" panose="020B0004020202020204" pitchFamily="34" charset="0"/>
                        </a:rPr>
                        <a:t>Scope</a:t>
                      </a:r>
                    </a:p>
                    <a:p>
                      <a:pPr algn="l">
                        <a:buNone/>
                      </a:pPr>
                      <a:endParaRPr lang="en-US" sz="12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Aptos" panose="020B0004020202020204" pitchFamily="34" charset="0"/>
                        </a:rPr>
                        <a:t>724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Aptos" panose="020B0004020202020204" pitchFamily="34" charset="0"/>
                        </a:rPr>
                        <a:t>724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Aptos" panose="020B0004020202020204" pitchFamily="34" charset="0"/>
                        </a:rPr>
                        <a:t>800*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82713"/>
                  </a:ext>
                </a:extLst>
              </a:tr>
              <a:tr h="2943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latin typeface="Aptos" panose="020B0004020202020204" pitchFamily="34" charset="0"/>
                        </a:rPr>
                        <a:t>Monthly Spend</a:t>
                      </a:r>
                      <a:endParaRPr lang="en-US" sz="12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Aptos" panose="020B0004020202020204" pitchFamily="34" charset="0"/>
                        </a:rPr>
                        <a:t>~$27.5K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Aptos" panose="020B0004020202020204" pitchFamily="34" charset="0"/>
                        </a:rPr>
                        <a:t>~$21.6K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Aptos" panose="020B0004020202020204" pitchFamily="34" charset="0"/>
                        </a:rPr>
                        <a:t>~$29.0K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32270"/>
                  </a:ext>
                </a:extLst>
              </a:tr>
              <a:tr h="2943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latin typeface="Aptos" panose="020B0004020202020204" pitchFamily="34" charset="0"/>
                        </a:rPr>
                        <a:t>All-In Rate</a:t>
                      </a:r>
                      <a:endParaRPr lang="en-US" sz="12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Aptos" panose="020B0004020202020204" pitchFamily="34" charset="0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Aptos" panose="020B0004020202020204" pitchFamily="34" charset="0"/>
                        </a:rPr>
                        <a:t>~$29.84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Aptos" panose="020B0004020202020204" pitchFamily="34" charset="0"/>
                        </a:rPr>
                        <a:t>$36.29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486906"/>
                  </a:ext>
                </a:extLst>
              </a:tr>
              <a:tr h="2943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latin typeface="Aptos" panose="020B0004020202020204" pitchFamily="34" charset="0"/>
                        </a:rPr>
                        <a:t>Term</a:t>
                      </a:r>
                      <a:endParaRPr lang="en-US" sz="12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Aptos" panose="020B0004020202020204" pitchFamily="34" charset="0"/>
                        </a:rPr>
                        <a:t>Current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Aptos" panose="020B0004020202020204" pitchFamily="34" charset="0"/>
                        </a:rPr>
                        <a:t>24 months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Aptos" panose="020B0004020202020204" pitchFamily="34" charset="0"/>
                        </a:rPr>
                        <a:t>36 months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375912"/>
                  </a:ext>
                </a:extLst>
              </a:tr>
              <a:tr h="6867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latin typeface="Aptos" panose="020B0004020202020204" pitchFamily="34" charset="0"/>
                        </a:rPr>
                        <a:t>Annual Impact</a:t>
                      </a:r>
                      <a:endParaRPr lang="en-US" sz="12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Aptos" panose="020B0004020202020204" pitchFamily="34" charset="0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Aptos" panose="020B0004020202020204" pitchFamily="34" charset="0"/>
                        </a:rPr>
                        <a:t>~$70K savings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latin typeface="Aptos" panose="020B0004020202020204" pitchFamily="34" charset="0"/>
                        </a:rPr>
                        <a:t>Higher than validated AT&amp;T model</a:t>
                      </a:r>
                      <a:endParaRPr lang="en-US" sz="12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31143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B2ACE3E-0D0E-9361-8F3A-5F8DB367680D}"/>
              </a:ext>
            </a:extLst>
          </p:cNvPr>
          <p:cNvSpPr/>
          <p:nvPr/>
        </p:nvSpPr>
        <p:spPr>
          <a:xfrm>
            <a:off x="337867" y="970863"/>
            <a:ext cx="11652430" cy="468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>
                <a:solidFill>
                  <a:srgbClr val="001C34"/>
                </a:solidFill>
              </a:rPr>
              <a:t>Overhaul of mobile telephony service provider to AT&amp;T as proposal provides </a:t>
            </a:r>
            <a:r>
              <a:rPr lang="en-US" sz="1050" b="1" dirty="0">
                <a:solidFill>
                  <a:srgbClr val="001C34"/>
                </a:solidFill>
              </a:rPr>
              <a:t>~70K </a:t>
            </a:r>
            <a:r>
              <a:rPr lang="en-US" sz="1050" dirty="0">
                <a:solidFill>
                  <a:srgbClr val="001C34"/>
                </a:solidFill>
              </a:rPr>
              <a:t>in cost savings and streamlines administration of 724 lines. Upgrading current mobile device to new Samsung S26 model</a:t>
            </a:r>
          </a:p>
        </p:txBody>
      </p:sp>
    </p:spTree>
    <p:extLst>
      <p:ext uri="{BB962C8B-B14F-4D97-AF65-F5344CB8AC3E}">
        <p14:creationId xmlns:p14="http://schemas.microsoft.com/office/powerpoint/2010/main" val="1785050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C96B4-0F1D-0764-4E71-B28C18C7A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F06ABC9-0BD6-7F23-D3EC-8D9542407D77}"/>
              </a:ext>
            </a:extLst>
          </p:cNvPr>
          <p:cNvSpPr txBox="1">
            <a:spLocks/>
          </p:cNvSpPr>
          <p:nvPr/>
        </p:nvSpPr>
        <p:spPr>
          <a:xfrm>
            <a:off x="415244" y="416838"/>
            <a:ext cx="9068998" cy="46808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500" b="0" i="0" kern="1200">
                <a:solidFill>
                  <a:schemeClr val="tx1"/>
                </a:solidFill>
                <a:latin typeface="Sole Repsol Display" panose="020B0604020204020204" pitchFamily="34" charset="0"/>
                <a:ea typeface="+mn-ea"/>
                <a:cs typeface="Sole Repsol Display" panose="020B0604020204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100" b="0" i="0" kern="1200">
                <a:solidFill>
                  <a:schemeClr val="accent6"/>
                </a:solidFill>
                <a:latin typeface="Sole Repsol Display" panose="020B0604020204020204" pitchFamily="34" charset="0"/>
                <a:ea typeface="+mn-ea"/>
                <a:cs typeface="Sole Repsol Display" panose="020B0604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Sole Repsol Display" panose="020B0604020204020204" pitchFamily="34" charset="0"/>
                <a:ea typeface="+mn-ea"/>
                <a:cs typeface="Sole Repsol Display" panose="020B0604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Sole Repsol Display" panose="020B0604020204020204" pitchFamily="34" charset="0"/>
                <a:ea typeface="+mn-ea"/>
                <a:cs typeface="Sole Repsol Display" panose="020B0604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Sole Repsol Display" panose="020B0604020204020204" pitchFamily="34" charset="0"/>
                <a:ea typeface="+mn-ea"/>
                <a:cs typeface="Sole Repsol Display" panose="020B0604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ITD North America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A91C5A-DEEC-2335-469E-9454CFB1EF41}"/>
              </a:ext>
            </a:extLst>
          </p:cNvPr>
          <p:cNvSpPr txBox="1">
            <a:spLocks/>
          </p:cNvSpPr>
          <p:nvPr/>
        </p:nvSpPr>
        <p:spPr>
          <a:xfrm>
            <a:off x="407987" y="884923"/>
            <a:ext cx="11212511" cy="4680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s-ES_tradnl" altLang="es-ES" sz="1600" dirty="0">
                <a:solidFill>
                  <a:srgbClr val="7997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ITD </a:t>
            </a:r>
            <a:r>
              <a:rPr lang="es-ES_tradnl" altLang="es-ES" sz="1600" dirty="0" err="1">
                <a:solidFill>
                  <a:srgbClr val="7997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Infrastructure</a:t>
            </a:r>
            <a:r>
              <a:rPr lang="es-ES_tradnl" altLang="es-ES" sz="1600" dirty="0">
                <a:solidFill>
                  <a:srgbClr val="7997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LISO </a:t>
            </a:r>
            <a:r>
              <a:rPr lang="es-ES" altLang="es-ES" sz="1600" dirty="0">
                <a:solidFill>
                  <a:srgbClr val="7997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</a:t>
            </a:r>
            <a:r>
              <a:rPr lang="es-ES" altLang="es-ES" sz="1600" dirty="0" err="1">
                <a:solidFill>
                  <a:srgbClr val="7997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endParaRPr lang="es-ES" sz="1600" dirty="0">
              <a:solidFill>
                <a:srgbClr val="7997A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5BFE575-7F74-4968-1937-7E033ED39420}"/>
              </a:ext>
            </a:extLst>
          </p:cNvPr>
          <p:cNvSpPr txBox="1">
            <a:spLocks/>
          </p:cNvSpPr>
          <p:nvPr/>
        </p:nvSpPr>
        <p:spPr>
          <a:xfrm>
            <a:off x="6274125" y="1677039"/>
            <a:ext cx="5243605" cy="47110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Key Achievements: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Office Deployments: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Led the complete IT infrastructure setup for LCG offices.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Infrastructure Improvements: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Continued removing legacy hardware from past years for the Databank closure. The remaining hardware is pending planning and removal.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Network Upgrades: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Completed an 8-floor hardware refresh. Added a second WAN link in Three Rivers, and implemented bandwidth-on-demand at Databank and Research Forest.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Control Center Deployment: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Delivered the Renewables Control Center installation.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Specialized Technology: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Managed the installation of imaging systems for the ROCC and Market Rooms.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Security Leadership: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Coordinated and tracked OT security remediation with vendors through weekly working sessions to ensure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Sygnia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recommendations are implemented for MBU and EFBU. This work is ongoing and will continue this year.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9D4FBDF-9B49-C45D-F48F-4DFC321B7489}"/>
              </a:ext>
            </a:extLst>
          </p:cNvPr>
          <p:cNvSpPr txBox="1">
            <a:spLocks/>
          </p:cNvSpPr>
          <p:nvPr/>
        </p:nvSpPr>
        <p:spPr>
          <a:xfrm>
            <a:off x="450504" y="1677039"/>
            <a:ext cx="5243605" cy="476412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s-ES" sz="1400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accent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accent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accent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accent1"/>
                </a:solidFill>
                <a:latin typeface="Sole Repsol Text" panose="020B0503020204020204" pitchFamily="34" charset="0"/>
                <a:ea typeface="+mn-ea"/>
                <a:cs typeface="Sole Repsol Text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/>
                <a:cs typeface="Arial"/>
              </a:rPr>
              <a:t>Projects: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/>
                <a:cs typeface="Arial"/>
              </a:rPr>
              <a:t>LCG New Office: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/>
                <a:cs typeface="Arial"/>
              </a:rPr>
              <a:t> Installed OT network security and connectivity, including routers, the firewall, and network switches.</a:t>
            </a:r>
            <a:endParaRPr lang="en-US" sz="1200" b="0" i="0" u="none" strike="noStrike" kern="1200" cap="none" spc="0" normalizeH="0" baseline="0" noProof="0" dirty="0">
              <a:ln>
                <a:noFill/>
              </a:ln>
              <a:solidFill>
                <a:srgbClr val="001C34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/>
                <a:cs typeface="Arial"/>
              </a:rPr>
              <a:t>LCG Control Center: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/>
                <a:cs typeface="Arial"/>
              </a:rPr>
              <a:t> Built the imaging network and deployed core hardware and high-performance workstations.</a:t>
            </a:r>
            <a:endParaRPr lang="en-US" sz="1200" b="0" i="0" u="none" strike="noStrike" kern="1200" cap="none" spc="0" normalizeH="0" baseline="0" noProof="0" dirty="0">
              <a:ln>
                <a:noFill/>
              </a:ln>
              <a:solidFill>
                <a:srgbClr val="001C34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/>
                <a:cs typeface="Arial"/>
              </a:rPr>
              <a:t>Alaska Regional Office: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/>
                <a:cs typeface="Arial"/>
              </a:rPr>
              <a:t> Contributed directly to IT infrastructure planning and procurement to support the office launch.</a:t>
            </a:r>
            <a:endParaRPr lang="en-US" sz="1200" b="0" i="0" u="none" strike="noStrike" kern="1200" cap="none" spc="0" normalizeH="0" baseline="0" noProof="0" dirty="0">
              <a:ln>
                <a:noFill/>
              </a:ln>
              <a:solidFill>
                <a:srgbClr val="001C34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/>
                <a:cs typeface="Arial"/>
              </a:rPr>
              <a:t>Research Forest Relocation: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/>
                <a:cs typeface="Arial"/>
              </a:rPr>
              <a:t> Planned and completed Phase 1 of IT hardware removal and relocation; currently planning Phase 2 for remaining equipment removal and resource relocation.</a:t>
            </a:r>
            <a:endParaRPr lang="en-US" sz="1200" b="0" i="0" u="none" strike="noStrike" kern="1200" cap="none" spc="0" normalizeH="0" baseline="0" noProof="0" dirty="0">
              <a:ln>
                <a:noFill/>
              </a:ln>
              <a:solidFill>
                <a:srgbClr val="001C34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/>
                <a:cs typeface="Arial"/>
              </a:rPr>
              <a:t>Databank Optimization: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/>
                <a:cs typeface="Arial"/>
              </a:rPr>
              <a:t> Removed old equipment and consolidated racks to improve efficiency and space usage.</a:t>
            </a:r>
            <a:endParaRPr lang="en-US" sz="1200" b="0" i="0" u="none" strike="noStrike" kern="1200" cap="none" spc="0" normalizeH="0" baseline="0" noProof="0" dirty="0">
              <a:ln>
                <a:noFill/>
              </a:ln>
              <a:solidFill>
                <a:srgbClr val="001C34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/>
                <a:cs typeface="Arial"/>
              </a:rPr>
              <a:t>RenTech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/>
                <a:cs typeface="Arial"/>
              </a:rPr>
              <a:t> Network Refresh: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/>
                <a:cs typeface="Arial"/>
              </a:rPr>
              <a:t> Replaced and upgraded network equipment across the </a:t>
            </a:r>
            <a:r>
              <a:rPr lang="en-US" sz="1200" dirty="0">
                <a:solidFill>
                  <a:srgbClr val="001C34"/>
                </a:solidFill>
                <a:latin typeface="Arial"/>
                <a:cs typeface="Arial"/>
              </a:rPr>
              <a:t>8th-floors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/>
                <a:cs typeface="Arial"/>
              </a:rPr>
              <a:t> research areas.</a:t>
            </a:r>
            <a:r>
              <a:rPr lang="en-US" sz="1200" dirty="0">
                <a:solidFill>
                  <a:srgbClr val="001C34"/>
                </a:solidFill>
                <a:latin typeface="Arial"/>
                <a:cs typeface="Arial"/>
              </a:rPr>
              <a:t> Upgrade Databank Firewalls.</a:t>
            </a:r>
            <a:endParaRPr lang="en-US" sz="1200" b="0" i="0" u="none" strike="noStrike" kern="1200" cap="none" spc="0" normalizeH="0" baseline="0" noProof="0" dirty="0">
              <a:ln>
                <a:noFill/>
              </a:ln>
              <a:solidFill>
                <a:srgbClr val="001C34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/>
                <a:cs typeface="Arial"/>
              </a:rPr>
              <a:t>ROCC &amp; Market Room: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/>
                <a:cs typeface="Arial"/>
              </a:rPr>
              <a:t> Integrated specialized imaging devices to ensure rooms were operational and ready.</a:t>
            </a:r>
            <a:endParaRPr lang="en-US" sz="1200" b="0" i="0" u="none" strike="noStrike" kern="1200" cap="none" spc="0" normalizeH="0" baseline="0" noProof="0" dirty="0">
              <a:ln>
                <a:noFill/>
              </a:ln>
              <a:solidFill>
                <a:srgbClr val="001C34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/>
                <a:cs typeface="Arial"/>
              </a:rPr>
              <a:t>Sygnia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/>
                <a:cs typeface="Arial"/>
              </a:rPr>
              <a:t> Security Initiatives: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1C34"/>
                </a:solidFill>
                <a:effectLst/>
                <a:uLnTx/>
                <a:uFillTx/>
                <a:latin typeface="Arial"/>
                <a:cs typeface="Arial"/>
              </a:rPr>
              <a:t> Led weekly implementation meetings with service providers and completed a large amount cybersecurity recommendations.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1C34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1C3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1C3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1C34"/>
              </a:solidFill>
              <a:effectLst/>
              <a:uLnTx/>
              <a:uFillTx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CBE420E-2723-56BB-05FC-D3B3C1BF5AF0}"/>
              </a:ext>
            </a:extLst>
          </p:cNvPr>
          <p:cNvCxnSpPr>
            <a:cxnSpLocks/>
          </p:cNvCxnSpPr>
          <p:nvPr/>
        </p:nvCxnSpPr>
        <p:spPr>
          <a:xfrm>
            <a:off x="5971039" y="1677039"/>
            <a:ext cx="0" cy="4362254"/>
          </a:xfrm>
          <a:prstGeom prst="line">
            <a:avLst/>
          </a:prstGeom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787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5B1E1-F749-C781-F1F1-C164217F6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1C2862E-D789-8C5E-6E7E-6A7DB04E5A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245" y="416838"/>
            <a:ext cx="8627155" cy="468085"/>
          </a:xfrm>
        </p:spPr>
        <p:txBody>
          <a:bodyPr/>
          <a:lstStyle/>
          <a:p>
            <a:r>
              <a:rPr lang="es-ES"/>
              <a:t>IT&amp;D NA </a:t>
            </a:r>
            <a:r>
              <a:rPr lang="es-ES" err="1"/>
              <a:t>Roadmap</a:t>
            </a:r>
            <a:r>
              <a:rPr lang="es-ES"/>
              <a:t> – 2026 </a:t>
            </a:r>
            <a:r>
              <a:rPr lang="es-ES" err="1"/>
              <a:t>Initiatives</a:t>
            </a:r>
            <a:r>
              <a:rPr lang="es-ES"/>
              <a:t> / </a:t>
            </a:r>
            <a:r>
              <a:rPr lang="es-ES" err="1"/>
              <a:t>Roadmap</a:t>
            </a:r>
            <a:endParaRPr lang="es-E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D046CDF-C05E-0937-3915-100B352F8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462519"/>
              </p:ext>
            </p:extLst>
          </p:nvPr>
        </p:nvGraphicFramePr>
        <p:xfrm>
          <a:off x="262468" y="885587"/>
          <a:ext cx="11309400" cy="555838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42450">
                  <a:extLst>
                    <a:ext uri="{9D8B030D-6E8A-4147-A177-3AD203B41FA5}">
                      <a16:colId xmlns:a16="http://schemas.microsoft.com/office/drawing/2014/main" val="1486318400"/>
                    </a:ext>
                  </a:extLst>
                </a:gridCol>
                <a:gridCol w="942450">
                  <a:extLst>
                    <a:ext uri="{9D8B030D-6E8A-4147-A177-3AD203B41FA5}">
                      <a16:colId xmlns:a16="http://schemas.microsoft.com/office/drawing/2014/main" val="2092233576"/>
                    </a:ext>
                  </a:extLst>
                </a:gridCol>
                <a:gridCol w="942450">
                  <a:extLst>
                    <a:ext uri="{9D8B030D-6E8A-4147-A177-3AD203B41FA5}">
                      <a16:colId xmlns:a16="http://schemas.microsoft.com/office/drawing/2014/main" val="3140882122"/>
                    </a:ext>
                  </a:extLst>
                </a:gridCol>
                <a:gridCol w="942450">
                  <a:extLst>
                    <a:ext uri="{9D8B030D-6E8A-4147-A177-3AD203B41FA5}">
                      <a16:colId xmlns:a16="http://schemas.microsoft.com/office/drawing/2014/main" val="3646498183"/>
                    </a:ext>
                  </a:extLst>
                </a:gridCol>
                <a:gridCol w="942450">
                  <a:extLst>
                    <a:ext uri="{9D8B030D-6E8A-4147-A177-3AD203B41FA5}">
                      <a16:colId xmlns:a16="http://schemas.microsoft.com/office/drawing/2014/main" val="544882059"/>
                    </a:ext>
                  </a:extLst>
                </a:gridCol>
                <a:gridCol w="942450">
                  <a:extLst>
                    <a:ext uri="{9D8B030D-6E8A-4147-A177-3AD203B41FA5}">
                      <a16:colId xmlns:a16="http://schemas.microsoft.com/office/drawing/2014/main" val="2358053758"/>
                    </a:ext>
                  </a:extLst>
                </a:gridCol>
                <a:gridCol w="942450">
                  <a:extLst>
                    <a:ext uri="{9D8B030D-6E8A-4147-A177-3AD203B41FA5}">
                      <a16:colId xmlns:a16="http://schemas.microsoft.com/office/drawing/2014/main" val="4235367404"/>
                    </a:ext>
                  </a:extLst>
                </a:gridCol>
                <a:gridCol w="942450">
                  <a:extLst>
                    <a:ext uri="{9D8B030D-6E8A-4147-A177-3AD203B41FA5}">
                      <a16:colId xmlns:a16="http://schemas.microsoft.com/office/drawing/2014/main" val="2938699950"/>
                    </a:ext>
                  </a:extLst>
                </a:gridCol>
                <a:gridCol w="942450">
                  <a:extLst>
                    <a:ext uri="{9D8B030D-6E8A-4147-A177-3AD203B41FA5}">
                      <a16:colId xmlns:a16="http://schemas.microsoft.com/office/drawing/2014/main" val="2458966952"/>
                    </a:ext>
                  </a:extLst>
                </a:gridCol>
                <a:gridCol w="942450">
                  <a:extLst>
                    <a:ext uri="{9D8B030D-6E8A-4147-A177-3AD203B41FA5}">
                      <a16:colId xmlns:a16="http://schemas.microsoft.com/office/drawing/2014/main" val="4116967691"/>
                    </a:ext>
                  </a:extLst>
                </a:gridCol>
                <a:gridCol w="942450">
                  <a:extLst>
                    <a:ext uri="{9D8B030D-6E8A-4147-A177-3AD203B41FA5}">
                      <a16:colId xmlns:a16="http://schemas.microsoft.com/office/drawing/2014/main" val="1506029886"/>
                    </a:ext>
                  </a:extLst>
                </a:gridCol>
                <a:gridCol w="942450">
                  <a:extLst>
                    <a:ext uri="{9D8B030D-6E8A-4147-A177-3AD203B41FA5}">
                      <a16:colId xmlns:a16="http://schemas.microsoft.com/office/drawing/2014/main" val="1226013271"/>
                    </a:ext>
                  </a:extLst>
                </a:gridCol>
              </a:tblGrid>
              <a:tr h="51698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Jan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Feb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Apr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Jun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Jul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Aug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Nov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6392636"/>
                  </a:ext>
                </a:extLst>
              </a:tr>
              <a:tr h="5041395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675449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5CA095D4-CC8F-D5E0-DAA7-4A847C97C56F}"/>
              </a:ext>
            </a:extLst>
          </p:cNvPr>
          <p:cNvGrpSpPr/>
          <p:nvPr/>
        </p:nvGrpSpPr>
        <p:grpSpPr>
          <a:xfrm>
            <a:off x="262468" y="1744003"/>
            <a:ext cx="5561227" cy="241980"/>
            <a:chOff x="415244" y="1844534"/>
            <a:chExt cx="5561227" cy="24198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684ACA2-4115-60E6-8C22-A5ABC22C64FF}"/>
                </a:ext>
              </a:extLst>
            </p:cNvPr>
            <p:cNvCxnSpPr>
              <a:cxnSpLocks/>
            </p:cNvCxnSpPr>
            <p:nvPr/>
          </p:nvCxnSpPr>
          <p:spPr>
            <a:xfrm>
              <a:off x="415244" y="2080395"/>
              <a:ext cx="5561227" cy="0"/>
            </a:xfrm>
            <a:prstGeom prst="line">
              <a:avLst/>
            </a:prstGeom>
            <a:ln w="50800">
              <a:solidFill>
                <a:schemeClr val="tx2">
                  <a:lumMod val="60000"/>
                  <a:lumOff val="40000"/>
                </a:schemeClr>
              </a:solidFill>
              <a:headEnd type="none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FE6ECF3-02B0-9CA5-ABCF-B4DAF9E4A0BE}"/>
                </a:ext>
              </a:extLst>
            </p:cNvPr>
            <p:cNvSpPr txBox="1"/>
            <p:nvPr/>
          </p:nvSpPr>
          <p:spPr>
            <a:xfrm>
              <a:off x="1111209" y="1844534"/>
              <a:ext cx="4047998" cy="24198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5A5A5A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Research Forest (End User Services &amp; Infrastructure)</a:t>
              </a: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C68C0BE-3DA8-A0BC-8620-DC3519AB4C54}"/>
              </a:ext>
            </a:extLst>
          </p:cNvPr>
          <p:cNvCxnSpPr>
            <a:cxnSpLocks/>
          </p:cNvCxnSpPr>
          <p:nvPr/>
        </p:nvCxnSpPr>
        <p:spPr>
          <a:xfrm>
            <a:off x="4017190" y="2296902"/>
            <a:ext cx="7545713" cy="0"/>
          </a:xfrm>
          <a:prstGeom prst="line">
            <a:avLst/>
          </a:prstGeom>
          <a:ln w="50800">
            <a:solidFill>
              <a:schemeClr val="tx1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6A5C283-3A96-4DF1-1030-BF83B333154C}"/>
              </a:ext>
            </a:extLst>
          </p:cNvPr>
          <p:cNvSpPr txBox="1"/>
          <p:nvPr/>
        </p:nvSpPr>
        <p:spPr>
          <a:xfrm>
            <a:off x="6613990" y="2044625"/>
            <a:ext cx="3350319" cy="24198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CNF Program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72A48F-81A1-AAF7-5B33-CB6F85DC6BD5}"/>
              </a:ext>
            </a:extLst>
          </p:cNvPr>
          <p:cNvSpPr txBox="1"/>
          <p:nvPr/>
        </p:nvSpPr>
        <p:spPr>
          <a:xfrm>
            <a:off x="4968861" y="4338628"/>
            <a:ext cx="3350319" cy="24198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>
                <a:solidFill>
                  <a:srgbClr val="5A5A5A"/>
                </a:solidFill>
                <a:latin typeface="Arial" panose="020B0604020202020204"/>
              </a:rPr>
              <a:t>Troy Office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5A5A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F5D4438-C673-C63D-49DD-B4B5E644AF32}"/>
              </a:ext>
            </a:extLst>
          </p:cNvPr>
          <p:cNvCxnSpPr>
            <a:cxnSpLocks/>
          </p:cNvCxnSpPr>
          <p:nvPr/>
        </p:nvCxnSpPr>
        <p:spPr>
          <a:xfrm>
            <a:off x="262468" y="3069834"/>
            <a:ext cx="2740310" cy="0"/>
          </a:xfrm>
          <a:prstGeom prst="line">
            <a:avLst/>
          </a:prstGeom>
          <a:ln w="50800">
            <a:solidFill>
              <a:schemeClr val="tx1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344B694-98A6-AEAC-86F2-FBD92E969247}"/>
              </a:ext>
            </a:extLst>
          </p:cNvPr>
          <p:cNvSpPr txBox="1"/>
          <p:nvPr/>
        </p:nvSpPr>
        <p:spPr>
          <a:xfrm>
            <a:off x="108273" y="2810837"/>
            <a:ext cx="3350319" cy="24198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Databank Resizing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6ECBE21-5703-97A5-C85B-8E38AD682933}"/>
              </a:ext>
            </a:extLst>
          </p:cNvPr>
          <p:cNvCxnSpPr>
            <a:cxnSpLocks/>
          </p:cNvCxnSpPr>
          <p:nvPr/>
        </p:nvCxnSpPr>
        <p:spPr>
          <a:xfrm>
            <a:off x="4801655" y="4608800"/>
            <a:ext cx="3684730" cy="0"/>
          </a:xfrm>
          <a:prstGeom prst="line">
            <a:avLst/>
          </a:prstGeom>
          <a:ln w="50800">
            <a:solidFill>
              <a:schemeClr val="tx1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C6D3275-FD8F-2E57-180F-52C63A7F5103}"/>
              </a:ext>
            </a:extLst>
          </p:cNvPr>
          <p:cNvGrpSpPr/>
          <p:nvPr/>
        </p:nvGrpSpPr>
        <p:grpSpPr>
          <a:xfrm>
            <a:off x="1194991" y="3535958"/>
            <a:ext cx="10367912" cy="251528"/>
            <a:chOff x="1347767" y="3636489"/>
            <a:chExt cx="10367912" cy="251528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F06AD69-11AC-8E26-B4BF-BEA9A704F0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47767" y="3878469"/>
              <a:ext cx="10367912" cy="9548"/>
            </a:xfrm>
            <a:prstGeom prst="line">
              <a:avLst/>
            </a:prstGeom>
            <a:ln w="50800">
              <a:solidFill>
                <a:schemeClr val="tx2">
                  <a:lumMod val="60000"/>
                  <a:lumOff val="40000"/>
                </a:schemeClr>
              </a:solidFill>
              <a:headEnd type="none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5311E1A-ABB5-69B6-4F3B-412E5A36E590}"/>
                </a:ext>
              </a:extLst>
            </p:cNvPr>
            <p:cNvSpPr txBox="1"/>
            <p:nvPr/>
          </p:nvSpPr>
          <p:spPr>
            <a:xfrm>
              <a:off x="4394784" y="3636489"/>
              <a:ext cx="3350319" cy="24198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5A5A5A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PAE Projects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57F27DB-6C23-409E-312B-448357FBA641}"/>
              </a:ext>
            </a:extLst>
          </p:cNvPr>
          <p:cNvGrpSpPr/>
          <p:nvPr/>
        </p:nvGrpSpPr>
        <p:grpSpPr>
          <a:xfrm>
            <a:off x="262468" y="2401239"/>
            <a:ext cx="2740310" cy="241980"/>
            <a:chOff x="415244" y="2501770"/>
            <a:chExt cx="2740310" cy="24198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AB07BF8-7B77-120B-891E-B8A81A757C20}"/>
                </a:ext>
              </a:extLst>
            </p:cNvPr>
            <p:cNvCxnSpPr>
              <a:cxnSpLocks/>
            </p:cNvCxnSpPr>
            <p:nvPr/>
          </p:nvCxnSpPr>
          <p:spPr>
            <a:xfrm>
              <a:off x="415244" y="2743750"/>
              <a:ext cx="2501985" cy="0"/>
            </a:xfrm>
            <a:prstGeom prst="line">
              <a:avLst/>
            </a:prstGeom>
            <a:ln w="50800">
              <a:solidFill>
                <a:schemeClr val="tx1"/>
              </a:solidFill>
              <a:headEnd type="none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044A5AB-F828-F213-2943-34CFCF5D5F84}"/>
                </a:ext>
              </a:extLst>
            </p:cNvPr>
            <p:cNvSpPr txBox="1"/>
            <p:nvPr/>
          </p:nvSpPr>
          <p:spPr>
            <a:xfrm>
              <a:off x="507856" y="2501770"/>
              <a:ext cx="2647698" cy="24198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b="1">
                  <a:solidFill>
                    <a:srgbClr val="5A5A5A"/>
                  </a:solidFill>
                  <a:latin typeface="Arial" panose="020B0604020202020204"/>
                </a:rPr>
                <a:t>New Alaska Office</a:t>
              </a:r>
              <a:endPara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6CF665F-5532-DA60-E815-AFB22CD28EE7}"/>
              </a:ext>
            </a:extLst>
          </p:cNvPr>
          <p:cNvCxnSpPr>
            <a:cxnSpLocks/>
          </p:cNvCxnSpPr>
          <p:nvPr/>
        </p:nvCxnSpPr>
        <p:spPr>
          <a:xfrm>
            <a:off x="4348916" y="2868103"/>
            <a:ext cx="2949555" cy="0"/>
          </a:xfrm>
          <a:prstGeom prst="line">
            <a:avLst/>
          </a:prstGeom>
          <a:ln w="50800">
            <a:solidFill>
              <a:schemeClr val="tx1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129FF7C-F3EF-9967-A30F-05B012B2B5D0}"/>
              </a:ext>
            </a:extLst>
          </p:cNvPr>
          <p:cNvCxnSpPr>
            <a:cxnSpLocks/>
          </p:cNvCxnSpPr>
          <p:nvPr/>
        </p:nvCxnSpPr>
        <p:spPr>
          <a:xfrm>
            <a:off x="1211512" y="4188353"/>
            <a:ext cx="3655306" cy="0"/>
          </a:xfrm>
          <a:prstGeom prst="line">
            <a:avLst/>
          </a:prstGeom>
          <a:ln w="50800">
            <a:solidFill>
              <a:schemeClr val="tx1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0F48DB8-6B86-FE95-A205-7CA5BFBBA8B8}"/>
              </a:ext>
            </a:extLst>
          </p:cNvPr>
          <p:cNvSpPr txBox="1"/>
          <p:nvPr/>
        </p:nvSpPr>
        <p:spPr>
          <a:xfrm>
            <a:off x="1718227" y="3903813"/>
            <a:ext cx="3148591" cy="241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36000" tIns="36000" rIns="36000" b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LCG Operations Transition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03F330E-64D9-67E0-E39E-9FF597060660}"/>
              </a:ext>
            </a:extLst>
          </p:cNvPr>
          <p:cNvCxnSpPr>
            <a:cxnSpLocks/>
          </p:cNvCxnSpPr>
          <p:nvPr/>
        </p:nvCxnSpPr>
        <p:spPr>
          <a:xfrm>
            <a:off x="262468" y="5096333"/>
            <a:ext cx="11309400" cy="0"/>
          </a:xfrm>
          <a:prstGeom prst="line">
            <a:avLst/>
          </a:prstGeom>
          <a:ln w="50800">
            <a:solidFill>
              <a:schemeClr val="tx1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439976E-116A-AFEE-9B8F-E0E53E8EEE99}"/>
              </a:ext>
            </a:extLst>
          </p:cNvPr>
          <p:cNvSpPr txBox="1"/>
          <p:nvPr/>
        </p:nvSpPr>
        <p:spPr>
          <a:xfrm>
            <a:off x="4242007" y="4829828"/>
            <a:ext cx="3350319" cy="24198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LNG Plants Communication Improvements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4F331F6-DDDA-A31A-795C-70EED176E51C}"/>
              </a:ext>
            </a:extLst>
          </p:cNvPr>
          <p:cNvCxnSpPr>
            <a:cxnSpLocks/>
          </p:cNvCxnSpPr>
          <p:nvPr/>
        </p:nvCxnSpPr>
        <p:spPr>
          <a:xfrm>
            <a:off x="1194991" y="5571463"/>
            <a:ext cx="10367912" cy="0"/>
          </a:xfrm>
          <a:prstGeom prst="line">
            <a:avLst/>
          </a:prstGeom>
          <a:ln w="50800">
            <a:solidFill>
              <a:schemeClr val="tx2">
                <a:lumMod val="60000"/>
                <a:lumOff val="40000"/>
              </a:schemeClr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119062B-ED23-85CB-DB92-34DD46F25266}"/>
              </a:ext>
            </a:extLst>
          </p:cNvPr>
          <p:cNvSpPr txBox="1"/>
          <p:nvPr/>
        </p:nvSpPr>
        <p:spPr>
          <a:xfrm>
            <a:off x="2613993" y="5306576"/>
            <a:ext cx="3350319" cy="24198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Cellphone Renovation (Move to Lease)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ACFA036-5B72-4A05-F353-AAD47F261A9C}"/>
              </a:ext>
            </a:extLst>
          </p:cNvPr>
          <p:cNvGrpSpPr/>
          <p:nvPr/>
        </p:nvGrpSpPr>
        <p:grpSpPr>
          <a:xfrm>
            <a:off x="4017190" y="3162400"/>
            <a:ext cx="4749916" cy="271212"/>
            <a:chOff x="4169966" y="3262931"/>
            <a:chExt cx="4749916" cy="27121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80F054F-BF36-6CDF-BEF9-A2D3468739B3}"/>
                </a:ext>
              </a:extLst>
            </p:cNvPr>
            <p:cNvSpPr txBox="1"/>
            <p:nvPr/>
          </p:nvSpPr>
          <p:spPr>
            <a:xfrm>
              <a:off x="4869765" y="3262931"/>
              <a:ext cx="3350319" cy="24198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err="1">
                  <a:ln>
                    <a:noFill/>
                  </a:ln>
                  <a:solidFill>
                    <a:srgbClr val="5A5A5A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WebCalling</a:t>
              </a: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5A5A5A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– Call Manager Migration (Cloud)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B18B592-2653-6420-D8F7-F49E5C7CB0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9966" y="3532827"/>
              <a:ext cx="4749916" cy="1316"/>
            </a:xfrm>
            <a:prstGeom prst="line">
              <a:avLst/>
            </a:prstGeom>
            <a:ln w="50800">
              <a:solidFill>
                <a:schemeClr val="tx2">
                  <a:lumMod val="60000"/>
                  <a:lumOff val="40000"/>
                </a:schemeClr>
              </a:solidFill>
              <a:headEnd type="none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10344373-F0A9-3667-9C1A-FEBAE4192011}"/>
              </a:ext>
            </a:extLst>
          </p:cNvPr>
          <p:cNvSpPr txBox="1"/>
          <p:nvPr/>
        </p:nvSpPr>
        <p:spPr>
          <a:xfrm>
            <a:off x="4148534" y="2622536"/>
            <a:ext cx="3350319" cy="24198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ConnectGen Office Decommission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8B21B90-36BE-5B84-0CAB-53EA4B8429DA}"/>
              </a:ext>
            </a:extLst>
          </p:cNvPr>
          <p:cNvCxnSpPr>
            <a:cxnSpLocks/>
          </p:cNvCxnSpPr>
          <p:nvPr/>
        </p:nvCxnSpPr>
        <p:spPr>
          <a:xfrm>
            <a:off x="1194991" y="5968385"/>
            <a:ext cx="7467049" cy="0"/>
          </a:xfrm>
          <a:prstGeom prst="line">
            <a:avLst/>
          </a:prstGeom>
          <a:ln w="50800">
            <a:solidFill>
              <a:schemeClr val="tx1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5AA213F-B93F-BA64-C48E-30306F6C21AA}"/>
              </a:ext>
            </a:extLst>
          </p:cNvPr>
          <p:cNvSpPr txBox="1"/>
          <p:nvPr/>
        </p:nvSpPr>
        <p:spPr>
          <a:xfrm>
            <a:off x="3253356" y="5694491"/>
            <a:ext cx="3350319" cy="24198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ROCC Backup Control Center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9402B0B-C649-3A33-317B-68088DB7C7D5}"/>
              </a:ext>
            </a:extLst>
          </p:cNvPr>
          <p:cNvCxnSpPr>
            <a:cxnSpLocks/>
          </p:cNvCxnSpPr>
          <p:nvPr/>
        </p:nvCxnSpPr>
        <p:spPr>
          <a:xfrm>
            <a:off x="1211512" y="6285377"/>
            <a:ext cx="7467049" cy="0"/>
          </a:xfrm>
          <a:prstGeom prst="line">
            <a:avLst/>
          </a:prstGeom>
          <a:ln w="50800">
            <a:solidFill>
              <a:schemeClr val="tx1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E9210E7-2675-4DC2-F022-8D928A481BA7}"/>
              </a:ext>
            </a:extLst>
          </p:cNvPr>
          <p:cNvSpPr txBox="1"/>
          <p:nvPr/>
        </p:nvSpPr>
        <p:spPr>
          <a:xfrm>
            <a:off x="3269877" y="6011482"/>
            <a:ext cx="3350319" cy="24198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Secondary Control Center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028C9B2-C339-3585-F95A-4B41DE3E2A00}"/>
              </a:ext>
            </a:extLst>
          </p:cNvPr>
          <p:cNvCxnSpPr>
            <a:cxnSpLocks/>
          </p:cNvCxnSpPr>
          <p:nvPr/>
        </p:nvCxnSpPr>
        <p:spPr>
          <a:xfrm>
            <a:off x="262468" y="1702556"/>
            <a:ext cx="1835587" cy="0"/>
          </a:xfrm>
          <a:prstGeom prst="line">
            <a:avLst/>
          </a:prstGeom>
          <a:ln w="50800">
            <a:solidFill>
              <a:schemeClr val="tx1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5D79A79-50A0-8130-D7C5-01629FF54A42}"/>
              </a:ext>
            </a:extLst>
          </p:cNvPr>
          <p:cNvSpPr txBox="1"/>
          <p:nvPr/>
        </p:nvSpPr>
        <p:spPr>
          <a:xfrm>
            <a:off x="-607753" y="1409979"/>
            <a:ext cx="3350319" cy="24198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GBC Office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806476B-7716-4EDF-8ABA-6E8B5C0FED3E}"/>
              </a:ext>
            </a:extLst>
          </p:cNvPr>
          <p:cNvCxnSpPr>
            <a:cxnSpLocks/>
          </p:cNvCxnSpPr>
          <p:nvPr/>
        </p:nvCxnSpPr>
        <p:spPr>
          <a:xfrm>
            <a:off x="8678561" y="4195641"/>
            <a:ext cx="2774509" cy="5423"/>
          </a:xfrm>
          <a:prstGeom prst="line">
            <a:avLst/>
          </a:prstGeom>
          <a:ln w="50800">
            <a:solidFill>
              <a:schemeClr val="tx1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A3C2FCF-2DB7-1361-C0D1-D7CCBDCDFDD7}"/>
              </a:ext>
            </a:extLst>
          </p:cNvPr>
          <p:cNvSpPr txBox="1"/>
          <p:nvPr/>
        </p:nvSpPr>
        <p:spPr>
          <a:xfrm>
            <a:off x="8340790" y="3857889"/>
            <a:ext cx="3350319" cy="24198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>
                <a:solidFill>
                  <a:srgbClr val="5A5A5A"/>
                </a:solidFill>
                <a:latin typeface="Arial" panose="020B0604020202020204"/>
              </a:rPr>
              <a:t>LCG New Plant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5A5A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2BFAAB9-12DB-79E8-F70E-6F547A06A064}"/>
              </a:ext>
            </a:extLst>
          </p:cNvPr>
          <p:cNvCxnSpPr>
            <a:cxnSpLocks/>
          </p:cNvCxnSpPr>
          <p:nvPr/>
        </p:nvCxnSpPr>
        <p:spPr>
          <a:xfrm>
            <a:off x="2170367" y="3535958"/>
            <a:ext cx="7545713" cy="0"/>
          </a:xfrm>
          <a:prstGeom prst="line">
            <a:avLst/>
          </a:prstGeom>
          <a:ln w="50800">
            <a:solidFill>
              <a:schemeClr val="tx1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7C77FC3-76EE-5BFE-DA52-9472CA776B19}"/>
              </a:ext>
            </a:extLst>
          </p:cNvPr>
          <p:cNvCxnSpPr>
            <a:cxnSpLocks/>
          </p:cNvCxnSpPr>
          <p:nvPr/>
        </p:nvCxnSpPr>
        <p:spPr>
          <a:xfrm>
            <a:off x="262468" y="4484654"/>
            <a:ext cx="5661476" cy="0"/>
          </a:xfrm>
          <a:prstGeom prst="line">
            <a:avLst/>
          </a:prstGeom>
          <a:ln w="50800">
            <a:solidFill>
              <a:schemeClr val="tx1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7DF724F-4B8A-2A2C-4CB3-B4269BAA9D20}"/>
              </a:ext>
            </a:extLst>
          </p:cNvPr>
          <p:cNvSpPr txBox="1"/>
          <p:nvPr/>
        </p:nvSpPr>
        <p:spPr>
          <a:xfrm>
            <a:off x="1180261" y="4234710"/>
            <a:ext cx="3350319" cy="24198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Sygnia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Recommendations (MBU / EFBU)</a:t>
            </a:r>
          </a:p>
        </p:txBody>
      </p:sp>
    </p:spTree>
    <p:extLst>
      <p:ext uri="{BB962C8B-B14F-4D97-AF65-F5344CB8AC3E}">
        <p14:creationId xmlns:p14="http://schemas.microsoft.com/office/powerpoint/2010/main" val="3249495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b2da15-a5f7-4f80-a8dd-5e5c71f45694" xsi:nil="true"/>
    <From xmlns="66d2c71d-d49d-4ab4-bbe7-53f8c96c1960" xsi:nil="true"/>
    <lcf76f155ced4ddcb4097134ff3c332f xmlns="66d2c71d-d49d-4ab4-bbe7-53f8c96c196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006E334EF29C04393F4022FC2DC45A8" ma:contentTypeVersion="19" ma:contentTypeDescription="Crear nuevo documento." ma:contentTypeScope="" ma:versionID="a40c5c1cd82dda11151377e7c364c0b9">
  <xsd:schema xmlns:xsd="http://www.w3.org/2001/XMLSchema" xmlns:xs="http://www.w3.org/2001/XMLSchema" xmlns:p="http://schemas.microsoft.com/office/2006/metadata/properties" xmlns:ns2="66d2c71d-d49d-4ab4-bbe7-53f8c96c1960" xmlns:ns3="546880f3-a47e-449a-af89-18a380836119" xmlns:ns4="40b2da15-a5f7-4f80-a8dd-5e5c71f45694" targetNamespace="http://schemas.microsoft.com/office/2006/metadata/properties" ma:root="true" ma:fieldsID="e7b8778850057dde7436b39b39b20dac" ns2:_="" ns3:_="" ns4:_="">
    <xsd:import namespace="66d2c71d-d49d-4ab4-bbe7-53f8c96c1960"/>
    <xsd:import namespace="546880f3-a47e-449a-af89-18a380836119"/>
    <xsd:import namespace="40b2da15-a5f7-4f80-a8dd-5e5c71f456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From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d2c71d-d49d-4ab4-bbe7-53f8c96c19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31e8f0b5-d6eb-43dc-a6f4-2c82414828a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From" ma:index="26" nillable="true" ma:displayName="From" ma:description="Emai Sent by Name and/or Group/Team" ma:format="Dropdown" ma:internalName="From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6880f3-a47e-449a-af89-18a38083611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b2da15-a5f7-4f80-a8dd-5e5c71f45694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2a9b25c4-47e6-4483-9dab-14f138dc8b64}" ma:internalName="TaxCatchAll" ma:showField="CatchAllData" ma:web="546880f3-a47e-449a-af89-18a3808361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9BFE28-EDA9-45FE-BCF5-F9D8018857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D543EA-CF08-4983-AC7B-654D699EE263}">
  <ds:schemaRefs>
    <ds:schemaRef ds:uri="40b2da15-a5f7-4f80-a8dd-5e5c71f45694"/>
    <ds:schemaRef ds:uri="66d2c71d-d49d-4ab4-bbe7-53f8c96c1960"/>
    <ds:schemaRef ds:uri="http://purl.org/dc/elements/1.1/"/>
    <ds:schemaRef ds:uri="http://schemas.microsoft.com/office/2006/documentManagement/types"/>
    <ds:schemaRef ds:uri="546880f3-a47e-449a-af89-18a380836119"/>
    <ds:schemaRef ds:uri="http://purl.org/dc/terms/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385F493-04C5-41A8-92E9-F03EC1FCCBEE}">
  <ds:schemaRefs>
    <ds:schemaRef ds:uri="40b2da15-a5f7-4f80-a8dd-5e5c71f45694"/>
    <ds:schemaRef ds:uri="546880f3-a47e-449a-af89-18a380836119"/>
    <ds:schemaRef ds:uri="66d2c71d-d49d-4ab4-bbe7-53f8c96c196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d1119503-6b46-4a43-a658-e1d3aca29592}" enabled="1" method="Standard" siteId="{0a25214f-ee52-483c-b96b-dc79f3227a6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1760</Words>
  <Application>Microsoft Office PowerPoint</Application>
  <PresentationFormat>Widescreen</PresentationFormat>
  <Paragraphs>349</Paragraphs>
  <Slides>12</Slides>
  <Notes>9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Aptos</vt:lpstr>
      <vt:lpstr>Aptos Bold</vt:lpstr>
      <vt:lpstr>Aptos Display</vt:lpstr>
      <vt:lpstr>Arial</vt:lpstr>
      <vt:lpstr>Courier New</vt:lpstr>
      <vt:lpstr>Sole Repsol Display</vt:lpstr>
      <vt:lpstr>Sole Repsol Display Medium</vt:lpstr>
      <vt:lpstr>Sole Repsol Text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ITD North America – Deskside Overview</vt:lpstr>
      <vt:lpstr>PowerPoint Presentation</vt:lpstr>
      <vt:lpstr>PowerPoint Presentation</vt:lpstr>
      <vt:lpstr>PowerPoint Presentation</vt:lpstr>
      <vt:lpstr>PowerPoint Presentation</vt:lpstr>
    </vt:vector>
  </TitlesOfParts>
  <Company>Repsol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sarasty guerrero, giovanna (ext)</dc:creator>
  <cp:lastModifiedBy>Stone, Sierra</cp:lastModifiedBy>
  <cp:revision>4</cp:revision>
  <dcterms:created xsi:type="dcterms:W3CDTF">2025-09-29T21:55:07Z</dcterms:created>
  <dcterms:modified xsi:type="dcterms:W3CDTF">2026-06-06T12:30:28Z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0x0101003006E334EF29C04393F4022FC2DC45A8</vt:lpwstr>
  </property>
  <property fmtid="{D5CDD505-2E9C-101B-9397-08002B2CF9AE}" pid="3" name="MediaServiceImageTags">
    <vt:lpwstr/>
  </property>
</Properties>
</file>